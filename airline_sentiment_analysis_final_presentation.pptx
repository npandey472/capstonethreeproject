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1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4" d="100"/>
          <a:sy n="74" d="100"/>
        </p:scale>
        <p:origin x="1854" y="2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ata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23.png"/><Relationship Id="rId7" Type="http://schemas.openxmlformats.org/officeDocument/2006/relationships/image" Target="../media/image11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23.png"/><Relationship Id="rId7" Type="http://schemas.openxmlformats.org/officeDocument/2006/relationships/image" Target="../media/image11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F4401D-4D0E-480E-B3D5-5ED8FE3CB20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47CC082-01A3-4A3E-BD5D-7E37B0BFCD4E}">
      <dgm:prSet/>
      <dgm:spPr/>
      <dgm:t>
        <a:bodyPr/>
        <a:lstStyle/>
        <a:p>
          <a:r>
            <a:rPr lang="en-US"/>
            <a:t>Author: Neelam Pandey</a:t>
          </a:r>
        </a:p>
      </dgm:t>
    </dgm:pt>
    <dgm:pt modelId="{2B8B94DB-1221-40E9-9C33-D44C56745238}" type="parTrans" cxnId="{A989EDCC-2532-4DD6-BBAF-1616257FFE12}">
      <dgm:prSet/>
      <dgm:spPr/>
      <dgm:t>
        <a:bodyPr/>
        <a:lstStyle/>
        <a:p>
          <a:endParaRPr lang="en-US"/>
        </a:p>
      </dgm:t>
    </dgm:pt>
    <dgm:pt modelId="{72CB538D-929C-49EE-913F-8067181C38A0}" type="sibTrans" cxnId="{A989EDCC-2532-4DD6-BBAF-1616257FFE12}">
      <dgm:prSet/>
      <dgm:spPr/>
      <dgm:t>
        <a:bodyPr/>
        <a:lstStyle/>
        <a:p>
          <a:endParaRPr lang="en-US"/>
        </a:p>
      </dgm:t>
    </dgm:pt>
    <dgm:pt modelId="{DD18EB28-AEDA-42FE-B768-FE770F90923D}">
      <dgm:prSet/>
      <dgm:spPr/>
      <dgm:t>
        <a:bodyPr/>
        <a:lstStyle/>
        <a:p>
          <a:r>
            <a:rPr lang="en-US"/>
            <a:t>Mentor : Himanshu Aggarwal</a:t>
          </a:r>
        </a:p>
      </dgm:t>
    </dgm:pt>
    <dgm:pt modelId="{769881EF-5907-4D7A-B960-C2DD6BA47886}" type="parTrans" cxnId="{9C22D2C0-4ABB-4316-A5CF-4B30B6A4B8B1}">
      <dgm:prSet/>
      <dgm:spPr/>
      <dgm:t>
        <a:bodyPr/>
        <a:lstStyle/>
        <a:p>
          <a:endParaRPr lang="en-US"/>
        </a:p>
      </dgm:t>
    </dgm:pt>
    <dgm:pt modelId="{31954E13-37A8-420D-ACA2-C463F58E8A2B}" type="sibTrans" cxnId="{9C22D2C0-4ABB-4316-A5CF-4B30B6A4B8B1}">
      <dgm:prSet/>
      <dgm:spPr/>
      <dgm:t>
        <a:bodyPr/>
        <a:lstStyle/>
        <a:p>
          <a:endParaRPr lang="en-US"/>
        </a:p>
      </dgm:t>
    </dgm:pt>
    <dgm:pt modelId="{018024B9-DA22-46AA-A08F-569AA39D7002}">
      <dgm:prSet/>
      <dgm:spPr/>
      <dgm:t>
        <a:bodyPr/>
        <a:lstStyle/>
        <a:p>
          <a:r>
            <a:rPr lang="en-US"/>
            <a:t>Data Science Career Track – Capstone 3 Project</a:t>
          </a:r>
        </a:p>
      </dgm:t>
    </dgm:pt>
    <dgm:pt modelId="{43DB62C4-ACE5-4701-AAEE-860ED4C204A0}" type="parTrans" cxnId="{2313BD05-B245-4E0F-A949-08200AF3F766}">
      <dgm:prSet/>
      <dgm:spPr/>
      <dgm:t>
        <a:bodyPr/>
        <a:lstStyle/>
        <a:p>
          <a:endParaRPr lang="en-US"/>
        </a:p>
      </dgm:t>
    </dgm:pt>
    <dgm:pt modelId="{2961F77E-33B3-4799-94E4-F7144B32A5B8}" type="sibTrans" cxnId="{2313BD05-B245-4E0F-A949-08200AF3F766}">
      <dgm:prSet/>
      <dgm:spPr/>
      <dgm:t>
        <a:bodyPr/>
        <a:lstStyle/>
        <a:p>
          <a:endParaRPr lang="en-US"/>
        </a:p>
      </dgm:t>
    </dgm:pt>
    <dgm:pt modelId="{B17E5015-6148-4B74-9B37-31CF97EE0D3C}">
      <dgm:prSet/>
      <dgm:spPr/>
      <dgm:t>
        <a:bodyPr/>
        <a:lstStyle/>
        <a:p>
          <a:r>
            <a:rPr lang="en-US"/>
            <a:t>January 2026</a:t>
          </a:r>
        </a:p>
      </dgm:t>
    </dgm:pt>
    <dgm:pt modelId="{6632BF94-4679-4AA9-ABB5-64EAFA4B5F04}" type="parTrans" cxnId="{10EF3737-4781-437E-91A4-EEE35E0BA31B}">
      <dgm:prSet/>
      <dgm:spPr/>
      <dgm:t>
        <a:bodyPr/>
        <a:lstStyle/>
        <a:p>
          <a:endParaRPr lang="en-US"/>
        </a:p>
      </dgm:t>
    </dgm:pt>
    <dgm:pt modelId="{80BCD5BC-70AF-4656-A069-A6B77701ECD5}" type="sibTrans" cxnId="{10EF3737-4781-437E-91A4-EEE35E0BA31B}">
      <dgm:prSet/>
      <dgm:spPr/>
      <dgm:t>
        <a:bodyPr/>
        <a:lstStyle/>
        <a:p>
          <a:endParaRPr lang="en-US"/>
        </a:p>
      </dgm:t>
    </dgm:pt>
    <dgm:pt modelId="{48017886-181B-4D03-8BFC-D6C74BA4F1C8}" type="pres">
      <dgm:prSet presAssocID="{63F4401D-4D0E-480E-B3D5-5ED8FE3CB201}" presName="linear" presStyleCnt="0">
        <dgm:presLayoutVars>
          <dgm:animLvl val="lvl"/>
          <dgm:resizeHandles val="exact"/>
        </dgm:presLayoutVars>
      </dgm:prSet>
      <dgm:spPr/>
    </dgm:pt>
    <dgm:pt modelId="{75974409-E147-4A53-BD8A-CD2A5E6D88C4}" type="pres">
      <dgm:prSet presAssocID="{B47CC082-01A3-4A3E-BD5D-7E37B0BFCD4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F18503E-343D-4AD2-A7C6-47D7DC8E2F62}" type="pres">
      <dgm:prSet presAssocID="{72CB538D-929C-49EE-913F-8067181C38A0}" presName="spacer" presStyleCnt="0"/>
      <dgm:spPr/>
    </dgm:pt>
    <dgm:pt modelId="{46FB9935-53EF-4825-9EDB-1B1808B75A17}" type="pres">
      <dgm:prSet presAssocID="{DD18EB28-AEDA-42FE-B768-FE770F90923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92F4F56-E4CD-4B5F-B9EF-2DF6C6DD226D}" type="pres">
      <dgm:prSet presAssocID="{31954E13-37A8-420D-ACA2-C463F58E8A2B}" presName="spacer" presStyleCnt="0"/>
      <dgm:spPr/>
    </dgm:pt>
    <dgm:pt modelId="{F86DA5F4-5647-4147-94D3-DBCF19033790}" type="pres">
      <dgm:prSet presAssocID="{018024B9-DA22-46AA-A08F-569AA39D700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A10BC0F-15FF-44DF-A759-D48AC3CAAD7B}" type="pres">
      <dgm:prSet presAssocID="{2961F77E-33B3-4799-94E4-F7144B32A5B8}" presName="spacer" presStyleCnt="0"/>
      <dgm:spPr/>
    </dgm:pt>
    <dgm:pt modelId="{DC07B081-E5E0-42BF-8737-7A7E7F71F1CD}" type="pres">
      <dgm:prSet presAssocID="{B17E5015-6148-4B74-9B37-31CF97EE0D3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313BD05-B245-4E0F-A949-08200AF3F766}" srcId="{63F4401D-4D0E-480E-B3D5-5ED8FE3CB201}" destId="{018024B9-DA22-46AA-A08F-569AA39D7002}" srcOrd="2" destOrd="0" parTransId="{43DB62C4-ACE5-4701-AAEE-860ED4C204A0}" sibTransId="{2961F77E-33B3-4799-94E4-F7144B32A5B8}"/>
    <dgm:cxn modelId="{10EF3737-4781-437E-91A4-EEE35E0BA31B}" srcId="{63F4401D-4D0E-480E-B3D5-5ED8FE3CB201}" destId="{B17E5015-6148-4B74-9B37-31CF97EE0D3C}" srcOrd="3" destOrd="0" parTransId="{6632BF94-4679-4AA9-ABB5-64EAFA4B5F04}" sibTransId="{80BCD5BC-70AF-4656-A069-A6B77701ECD5}"/>
    <dgm:cxn modelId="{3C0DCA3F-03D7-4CBC-8229-91AD89A6F8ED}" type="presOf" srcId="{B47CC082-01A3-4A3E-BD5D-7E37B0BFCD4E}" destId="{75974409-E147-4A53-BD8A-CD2A5E6D88C4}" srcOrd="0" destOrd="0" presId="urn:microsoft.com/office/officeart/2005/8/layout/vList2"/>
    <dgm:cxn modelId="{DCEB3D91-6675-4B98-B8CD-8104C07B10DE}" type="presOf" srcId="{B17E5015-6148-4B74-9B37-31CF97EE0D3C}" destId="{DC07B081-E5E0-42BF-8737-7A7E7F71F1CD}" srcOrd="0" destOrd="0" presId="urn:microsoft.com/office/officeart/2005/8/layout/vList2"/>
    <dgm:cxn modelId="{D5A13D9A-5533-4D5C-8E67-64FF38F8A1DB}" type="presOf" srcId="{018024B9-DA22-46AA-A08F-569AA39D7002}" destId="{F86DA5F4-5647-4147-94D3-DBCF19033790}" srcOrd="0" destOrd="0" presId="urn:microsoft.com/office/officeart/2005/8/layout/vList2"/>
    <dgm:cxn modelId="{07BB89AD-4D77-492E-894F-238C6868B0F9}" type="presOf" srcId="{DD18EB28-AEDA-42FE-B768-FE770F90923D}" destId="{46FB9935-53EF-4825-9EDB-1B1808B75A17}" srcOrd="0" destOrd="0" presId="urn:microsoft.com/office/officeart/2005/8/layout/vList2"/>
    <dgm:cxn modelId="{9C22D2C0-4ABB-4316-A5CF-4B30B6A4B8B1}" srcId="{63F4401D-4D0E-480E-B3D5-5ED8FE3CB201}" destId="{DD18EB28-AEDA-42FE-B768-FE770F90923D}" srcOrd="1" destOrd="0" parTransId="{769881EF-5907-4D7A-B960-C2DD6BA47886}" sibTransId="{31954E13-37A8-420D-ACA2-C463F58E8A2B}"/>
    <dgm:cxn modelId="{A989EDCC-2532-4DD6-BBAF-1616257FFE12}" srcId="{63F4401D-4D0E-480E-B3D5-5ED8FE3CB201}" destId="{B47CC082-01A3-4A3E-BD5D-7E37B0BFCD4E}" srcOrd="0" destOrd="0" parTransId="{2B8B94DB-1221-40E9-9C33-D44C56745238}" sibTransId="{72CB538D-929C-49EE-913F-8067181C38A0}"/>
    <dgm:cxn modelId="{5B9B2EF6-3C33-4AD8-ABEE-768DC85F64D7}" type="presOf" srcId="{63F4401D-4D0E-480E-B3D5-5ED8FE3CB201}" destId="{48017886-181B-4D03-8BFC-D6C74BA4F1C8}" srcOrd="0" destOrd="0" presId="urn:microsoft.com/office/officeart/2005/8/layout/vList2"/>
    <dgm:cxn modelId="{F4CEC603-10C2-4919-B4F5-21D2EF7B2C49}" type="presParOf" srcId="{48017886-181B-4D03-8BFC-D6C74BA4F1C8}" destId="{75974409-E147-4A53-BD8A-CD2A5E6D88C4}" srcOrd="0" destOrd="0" presId="urn:microsoft.com/office/officeart/2005/8/layout/vList2"/>
    <dgm:cxn modelId="{751AF727-017B-49A1-BC42-29B4246C3C3A}" type="presParOf" srcId="{48017886-181B-4D03-8BFC-D6C74BA4F1C8}" destId="{9F18503E-343D-4AD2-A7C6-47D7DC8E2F62}" srcOrd="1" destOrd="0" presId="urn:microsoft.com/office/officeart/2005/8/layout/vList2"/>
    <dgm:cxn modelId="{7185FBCC-0562-4794-9CDB-649EA268CFE4}" type="presParOf" srcId="{48017886-181B-4D03-8BFC-D6C74BA4F1C8}" destId="{46FB9935-53EF-4825-9EDB-1B1808B75A17}" srcOrd="2" destOrd="0" presId="urn:microsoft.com/office/officeart/2005/8/layout/vList2"/>
    <dgm:cxn modelId="{F91EC1A6-7199-494F-BAEA-E2FFDA5B4847}" type="presParOf" srcId="{48017886-181B-4D03-8BFC-D6C74BA4F1C8}" destId="{192F4F56-E4CD-4B5F-B9EF-2DF6C6DD226D}" srcOrd="3" destOrd="0" presId="urn:microsoft.com/office/officeart/2005/8/layout/vList2"/>
    <dgm:cxn modelId="{C4630410-C2B3-4DEE-AC35-3D8BC4E25004}" type="presParOf" srcId="{48017886-181B-4D03-8BFC-D6C74BA4F1C8}" destId="{F86DA5F4-5647-4147-94D3-DBCF19033790}" srcOrd="4" destOrd="0" presId="urn:microsoft.com/office/officeart/2005/8/layout/vList2"/>
    <dgm:cxn modelId="{520251C2-40E0-43D3-B810-F66559606587}" type="presParOf" srcId="{48017886-181B-4D03-8BFC-D6C74BA4F1C8}" destId="{6A10BC0F-15FF-44DF-A759-D48AC3CAAD7B}" srcOrd="5" destOrd="0" presId="urn:microsoft.com/office/officeart/2005/8/layout/vList2"/>
    <dgm:cxn modelId="{47F05609-2631-4B63-BAA5-0CAA1E6A70EE}" type="presParOf" srcId="{48017886-181B-4D03-8BFC-D6C74BA4F1C8}" destId="{DC07B081-E5E0-42BF-8737-7A7E7F71F1C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7EFDE7E-EB0A-47A6-B01C-718B832E18D5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0F0E48C-EFF2-43BC-9060-6350E003DD6C}">
      <dgm:prSet/>
      <dgm:spPr/>
      <dgm:t>
        <a:bodyPr/>
        <a:lstStyle/>
        <a:p>
          <a:r>
            <a:rPr lang="en-US"/>
            <a:t>Airlines receive thousands of customer tweets daily.</a:t>
          </a:r>
        </a:p>
      </dgm:t>
    </dgm:pt>
    <dgm:pt modelId="{C13F0A53-3653-4120-99BD-EF1F000DB1C0}" type="parTrans" cxnId="{71BCA0E3-A921-40A4-9752-7B2A5C9B44A5}">
      <dgm:prSet/>
      <dgm:spPr/>
      <dgm:t>
        <a:bodyPr/>
        <a:lstStyle/>
        <a:p>
          <a:endParaRPr lang="en-US"/>
        </a:p>
      </dgm:t>
    </dgm:pt>
    <dgm:pt modelId="{DD833434-DFFA-43DC-BCE7-7C3A73DCFE19}" type="sibTrans" cxnId="{71BCA0E3-A921-40A4-9752-7B2A5C9B44A5}">
      <dgm:prSet/>
      <dgm:spPr/>
      <dgm:t>
        <a:bodyPr/>
        <a:lstStyle/>
        <a:p>
          <a:endParaRPr lang="en-US"/>
        </a:p>
      </dgm:t>
    </dgm:pt>
    <dgm:pt modelId="{9A175DC6-C82E-4B6A-9B5E-FF4627DF61DC}">
      <dgm:prSet/>
      <dgm:spPr/>
      <dgm:t>
        <a:bodyPr/>
        <a:lstStyle/>
        <a:p>
          <a:r>
            <a:rPr lang="en-US"/>
            <a:t>Real-time sentiment analysis is essential for customer experience, crisis management, and brand monitoring.</a:t>
          </a:r>
        </a:p>
      </dgm:t>
    </dgm:pt>
    <dgm:pt modelId="{3CBC6DA0-64DD-4164-8144-3462614DEF01}" type="parTrans" cxnId="{8BF48C66-4327-4021-AA9D-FBA17EA6D02F}">
      <dgm:prSet/>
      <dgm:spPr/>
      <dgm:t>
        <a:bodyPr/>
        <a:lstStyle/>
        <a:p>
          <a:endParaRPr lang="en-US"/>
        </a:p>
      </dgm:t>
    </dgm:pt>
    <dgm:pt modelId="{E77F3791-DA20-402A-B9EE-C926B2671637}" type="sibTrans" cxnId="{8BF48C66-4327-4021-AA9D-FBA17EA6D02F}">
      <dgm:prSet/>
      <dgm:spPr/>
      <dgm:t>
        <a:bodyPr/>
        <a:lstStyle/>
        <a:p>
          <a:endParaRPr lang="en-US"/>
        </a:p>
      </dgm:t>
    </dgm:pt>
    <dgm:pt modelId="{A9AB562A-7F3F-4D41-A88A-1304A743E3FB}">
      <dgm:prSet/>
      <dgm:spPr/>
      <dgm:t>
        <a:bodyPr/>
        <a:lstStyle/>
        <a:p>
          <a:r>
            <a:rPr lang="en-US"/>
            <a:t>Goal: Classify tweets as positive, neutral, or negative.</a:t>
          </a:r>
        </a:p>
      </dgm:t>
    </dgm:pt>
    <dgm:pt modelId="{0FDFCCDD-982B-439C-8AE1-9BD304C0278B}" type="parTrans" cxnId="{8CDE6712-E3B8-4433-A5F9-FEC67E522DC6}">
      <dgm:prSet/>
      <dgm:spPr/>
      <dgm:t>
        <a:bodyPr/>
        <a:lstStyle/>
        <a:p>
          <a:endParaRPr lang="en-US"/>
        </a:p>
      </dgm:t>
    </dgm:pt>
    <dgm:pt modelId="{99C21EC6-E5FC-4113-87A5-537DC7845C0C}" type="sibTrans" cxnId="{8CDE6712-E3B8-4433-A5F9-FEC67E522DC6}">
      <dgm:prSet/>
      <dgm:spPr/>
      <dgm:t>
        <a:bodyPr/>
        <a:lstStyle/>
        <a:p>
          <a:endParaRPr lang="en-US"/>
        </a:p>
      </dgm:t>
    </dgm:pt>
    <dgm:pt modelId="{9DE37376-643C-4373-97C1-E82CE377D017}" type="pres">
      <dgm:prSet presAssocID="{07EFDE7E-EB0A-47A6-B01C-718B832E18D5}" presName="linear" presStyleCnt="0">
        <dgm:presLayoutVars>
          <dgm:animLvl val="lvl"/>
          <dgm:resizeHandles val="exact"/>
        </dgm:presLayoutVars>
      </dgm:prSet>
      <dgm:spPr/>
    </dgm:pt>
    <dgm:pt modelId="{2C2F0F38-2890-42BE-9085-B1FF08F38571}" type="pres">
      <dgm:prSet presAssocID="{D0F0E48C-EFF2-43BC-9060-6350E003DD6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9F9B03F-F54D-4FA2-9CB6-FE04D00E5701}" type="pres">
      <dgm:prSet presAssocID="{DD833434-DFFA-43DC-BCE7-7C3A73DCFE19}" presName="spacer" presStyleCnt="0"/>
      <dgm:spPr/>
    </dgm:pt>
    <dgm:pt modelId="{3EA46A80-2EA4-4386-8799-16D2EABDA93C}" type="pres">
      <dgm:prSet presAssocID="{9A175DC6-C82E-4B6A-9B5E-FF4627DF61D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C257874-6FEA-493D-801B-C9D402BBFA5B}" type="pres">
      <dgm:prSet presAssocID="{E77F3791-DA20-402A-B9EE-C926B2671637}" presName="spacer" presStyleCnt="0"/>
      <dgm:spPr/>
    </dgm:pt>
    <dgm:pt modelId="{B5FFBDA5-76C9-452E-A68F-92949D9DE650}" type="pres">
      <dgm:prSet presAssocID="{A9AB562A-7F3F-4D41-A88A-1304A743E3F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CDE6712-E3B8-4433-A5F9-FEC67E522DC6}" srcId="{07EFDE7E-EB0A-47A6-B01C-718B832E18D5}" destId="{A9AB562A-7F3F-4D41-A88A-1304A743E3FB}" srcOrd="2" destOrd="0" parTransId="{0FDFCCDD-982B-439C-8AE1-9BD304C0278B}" sibTransId="{99C21EC6-E5FC-4113-87A5-537DC7845C0C}"/>
    <dgm:cxn modelId="{8D5D2F38-99AB-4142-971A-8875341DDDBD}" type="presOf" srcId="{D0F0E48C-EFF2-43BC-9060-6350E003DD6C}" destId="{2C2F0F38-2890-42BE-9085-B1FF08F38571}" srcOrd="0" destOrd="0" presId="urn:microsoft.com/office/officeart/2005/8/layout/vList2"/>
    <dgm:cxn modelId="{AC343465-A1BE-43B3-906E-F51597257DE1}" type="presOf" srcId="{A9AB562A-7F3F-4D41-A88A-1304A743E3FB}" destId="{B5FFBDA5-76C9-452E-A68F-92949D9DE650}" srcOrd="0" destOrd="0" presId="urn:microsoft.com/office/officeart/2005/8/layout/vList2"/>
    <dgm:cxn modelId="{8BF48C66-4327-4021-AA9D-FBA17EA6D02F}" srcId="{07EFDE7E-EB0A-47A6-B01C-718B832E18D5}" destId="{9A175DC6-C82E-4B6A-9B5E-FF4627DF61DC}" srcOrd="1" destOrd="0" parTransId="{3CBC6DA0-64DD-4164-8144-3462614DEF01}" sibTransId="{E77F3791-DA20-402A-B9EE-C926B2671637}"/>
    <dgm:cxn modelId="{7F5F654E-6428-44FA-9CD8-C4036954FA34}" type="presOf" srcId="{07EFDE7E-EB0A-47A6-B01C-718B832E18D5}" destId="{9DE37376-643C-4373-97C1-E82CE377D017}" srcOrd="0" destOrd="0" presId="urn:microsoft.com/office/officeart/2005/8/layout/vList2"/>
    <dgm:cxn modelId="{9FD30C86-BEB9-4BF3-9B3A-D62C42A7E1C0}" type="presOf" srcId="{9A175DC6-C82E-4B6A-9B5E-FF4627DF61DC}" destId="{3EA46A80-2EA4-4386-8799-16D2EABDA93C}" srcOrd="0" destOrd="0" presId="urn:microsoft.com/office/officeart/2005/8/layout/vList2"/>
    <dgm:cxn modelId="{71BCA0E3-A921-40A4-9752-7B2A5C9B44A5}" srcId="{07EFDE7E-EB0A-47A6-B01C-718B832E18D5}" destId="{D0F0E48C-EFF2-43BC-9060-6350E003DD6C}" srcOrd="0" destOrd="0" parTransId="{C13F0A53-3653-4120-99BD-EF1F000DB1C0}" sibTransId="{DD833434-DFFA-43DC-BCE7-7C3A73DCFE19}"/>
    <dgm:cxn modelId="{8931E606-A438-49B7-846E-4254A3B993E9}" type="presParOf" srcId="{9DE37376-643C-4373-97C1-E82CE377D017}" destId="{2C2F0F38-2890-42BE-9085-B1FF08F38571}" srcOrd="0" destOrd="0" presId="urn:microsoft.com/office/officeart/2005/8/layout/vList2"/>
    <dgm:cxn modelId="{95AC394B-2744-4CA3-936E-F87D24E51168}" type="presParOf" srcId="{9DE37376-643C-4373-97C1-E82CE377D017}" destId="{29F9B03F-F54D-4FA2-9CB6-FE04D00E5701}" srcOrd="1" destOrd="0" presId="urn:microsoft.com/office/officeart/2005/8/layout/vList2"/>
    <dgm:cxn modelId="{8C77CCCC-FB9C-4BF7-B02C-8BBE7C765DC0}" type="presParOf" srcId="{9DE37376-643C-4373-97C1-E82CE377D017}" destId="{3EA46A80-2EA4-4386-8799-16D2EABDA93C}" srcOrd="2" destOrd="0" presId="urn:microsoft.com/office/officeart/2005/8/layout/vList2"/>
    <dgm:cxn modelId="{09E15DF0-E663-4422-A1C9-867896B298FC}" type="presParOf" srcId="{9DE37376-643C-4373-97C1-E82CE377D017}" destId="{DC257874-6FEA-493D-801B-C9D402BBFA5B}" srcOrd="3" destOrd="0" presId="urn:microsoft.com/office/officeart/2005/8/layout/vList2"/>
    <dgm:cxn modelId="{82401735-66FF-4CD3-BF0C-F6B4D63C3741}" type="presParOf" srcId="{9DE37376-643C-4373-97C1-E82CE377D017}" destId="{B5FFBDA5-76C9-452E-A68F-92949D9DE65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6B0F9E9-25B9-46A5-A0AA-D32BCCA5A7BF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6B1480D-A07B-423E-A63E-CE408815903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Manual monitoring of social media is impractical.</a:t>
          </a:r>
        </a:p>
      </dgm:t>
    </dgm:pt>
    <dgm:pt modelId="{DCF281F9-6990-4320-A5BE-6F7422D076FF}" type="parTrans" cxnId="{8E6E656F-81CB-4526-B0A1-4B8AB7143A87}">
      <dgm:prSet/>
      <dgm:spPr/>
      <dgm:t>
        <a:bodyPr/>
        <a:lstStyle/>
        <a:p>
          <a:endParaRPr lang="en-US"/>
        </a:p>
      </dgm:t>
    </dgm:pt>
    <dgm:pt modelId="{04CDA58D-46B0-4FFE-8A22-ECE1435CB0E3}" type="sibTrans" cxnId="{8E6E656F-81CB-4526-B0A1-4B8AB7143A87}">
      <dgm:prSet/>
      <dgm:spPr/>
      <dgm:t>
        <a:bodyPr/>
        <a:lstStyle/>
        <a:p>
          <a:endParaRPr lang="en-US"/>
        </a:p>
      </dgm:t>
    </dgm:pt>
    <dgm:pt modelId="{F05F4323-7847-4C08-BEB1-5E7DBB29DFE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Teams miss early warning signs of operational issues.</a:t>
          </a:r>
        </a:p>
      </dgm:t>
    </dgm:pt>
    <dgm:pt modelId="{1B1C6FB6-F58F-4E96-8845-87434CC3325D}" type="parTrans" cxnId="{E1EDD160-5CE6-41DC-A3BD-DFA64C3882DF}">
      <dgm:prSet/>
      <dgm:spPr/>
      <dgm:t>
        <a:bodyPr/>
        <a:lstStyle/>
        <a:p>
          <a:endParaRPr lang="en-US"/>
        </a:p>
      </dgm:t>
    </dgm:pt>
    <dgm:pt modelId="{A0906530-C365-4F80-A6A6-B8A5D4902431}" type="sibTrans" cxnId="{E1EDD160-5CE6-41DC-A3BD-DFA64C3882DF}">
      <dgm:prSet/>
      <dgm:spPr/>
      <dgm:t>
        <a:bodyPr/>
        <a:lstStyle/>
        <a:p>
          <a:endParaRPr lang="en-US"/>
        </a:p>
      </dgm:t>
    </dgm:pt>
    <dgm:pt modelId="{4F9EF394-2FBA-4EA5-8058-C436043AE9C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Objective: Build a supervised ML model for accurate sentiment prediction using NLP.</a:t>
          </a:r>
        </a:p>
      </dgm:t>
    </dgm:pt>
    <dgm:pt modelId="{31D919B8-6328-432C-BF92-8CDB4EBD2ED2}" type="parTrans" cxnId="{9776F899-6BAB-41FD-8A18-C4453A149A9C}">
      <dgm:prSet/>
      <dgm:spPr/>
      <dgm:t>
        <a:bodyPr/>
        <a:lstStyle/>
        <a:p>
          <a:endParaRPr lang="en-US"/>
        </a:p>
      </dgm:t>
    </dgm:pt>
    <dgm:pt modelId="{F91F9EC1-DB46-4899-ACD3-70D47C71A0E9}" type="sibTrans" cxnId="{9776F899-6BAB-41FD-8A18-C4453A149A9C}">
      <dgm:prSet/>
      <dgm:spPr/>
      <dgm:t>
        <a:bodyPr/>
        <a:lstStyle/>
        <a:p>
          <a:endParaRPr lang="en-US"/>
        </a:p>
      </dgm:t>
    </dgm:pt>
    <dgm:pt modelId="{79B38A25-24FC-4F99-8FC1-094600BF4DF2}" type="pres">
      <dgm:prSet presAssocID="{B6B0F9E9-25B9-46A5-A0AA-D32BCCA5A7B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D00576B-428B-4C9B-AB68-84385BE5C6D2}" type="pres">
      <dgm:prSet presAssocID="{86B1480D-A07B-423E-A63E-CE4088159035}" presName="hierRoot1" presStyleCnt="0"/>
      <dgm:spPr/>
    </dgm:pt>
    <dgm:pt modelId="{FB1527C1-8C9D-4892-9B1D-7DE2505E5F64}" type="pres">
      <dgm:prSet presAssocID="{86B1480D-A07B-423E-A63E-CE4088159035}" presName="composite" presStyleCnt="0"/>
      <dgm:spPr/>
    </dgm:pt>
    <dgm:pt modelId="{C046F73C-E1E9-48D3-97C5-8C57D18C33CB}" type="pres">
      <dgm:prSet presAssocID="{86B1480D-A07B-423E-A63E-CE4088159035}" presName="background" presStyleLbl="node0" presStyleIdx="0" presStyleCnt="3"/>
      <dgm:spPr/>
    </dgm:pt>
    <dgm:pt modelId="{4D5EADBF-8A8B-4B45-B2EC-E0168B01DA9C}" type="pres">
      <dgm:prSet presAssocID="{86B1480D-A07B-423E-A63E-CE4088159035}" presName="text" presStyleLbl="fgAcc0" presStyleIdx="0" presStyleCnt="3">
        <dgm:presLayoutVars>
          <dgm:chPref val="3"/>
        </dgm:presLayoutVars>
      </dgm:prSet>
      <dgm:spPr/>
    </dgm:pt>
    <dgm:pt modelId="{907E7590-E49C-4F3C-91A5-227575AA2B8E}" type="pres">
      <dgm:prSet presAssocID="{86B1480D-A07B-423E-A63E-CE4088159035}" presName="hierChild2" presStyleCnt="0"/>
      <dgm:spPr/>
    </dgm:pt>
    <dgm:pt modelId="{8D4C38BA-5F77-4388-AFDD-9DB35251836B}" type="pres">
      <dgm:prSet presAssocID="{F05F4323-7847-4C08-BEB1-5E7DBB29DFEA}" presName="hierRoot1" presStyleCnt="0"/>
      <dgm:spPr/>
    </dgm:pt>
    <dgm:pt modelId="{8EF34AF2-0899-4F41-A9A1-5418705D27D0}" type="pres">
      <dgm:prSet presAssocID="{F05F4323-7847-4C08-BEB1-5E7DBB29DFEA}" presName="composite" presStyleCnt="0"/>
      <dgm:spPr/>
    </dgm:pt>
    <dgm:pt modelId="{F1801B1D-D18E-452A-BD7E-442FF3FACE05}" type="pres">
      <dgm:prSet presAssocID="{F05F4323-7847-4C08-BEB1-5E7DBB29DFEA}" presName="background" presStyleLbl="node0" presStyleIdx="1" presStyleCnt="3"/>
      <dgm:spPr/>
    </dgm:pt>
    <dgm:pt modelId="{EE7A24D3-9AC4-40F7-B96D-9D043ED632F9}" type="pres">
      <dgm:prSet presAssocID="{F05F4323-7847-4C08-BEB1-5E7DBB29DFEA}" presName="text" presStyleLbl="fgAcc0" presStyleIdx="1" presStyleCnt="3">
        <dgm:presLayoutVars>
          <dgm:chPref val="3"/>
        </dgm:presLayoutVars>
      </dgm:prSet>
      <dgm:spPr/>
    </dgm:pt>
    <dgm:pt modelId="{1DD68EDE-9248-4EBC-AE1F-66568BBBC9F6}" type="pres">
      <dgm:prSet presAssocID="{F05F4323-7847-4C08-BEB1-5E7DBB29DFEA}" presName="hierChild2" presStyleCnt="0"/>
      <dgm:spPr/>
    </dgm:pt>
    <dgm:pt modelId="{00EADAFB-8E72-4079-9B72-BD169BACBA1A}" type="pres">
      <dgm:prSet presAssocID="{4F9EF394-2FBA-4EA5-8058-C436043AE9CA}" presName="hierRoot1" presStyleCnt="0"/>
      <dgm:spPr/>
    </dgm:pt>
    <dgm:pt modelId="{9CB59C48-8DFC-47CD-B3AC-F17EE760081E}" type="pres">
      <dgm:prSet presAssocID="{4F9EF394-2FBA-4EA5-8058-C436043AE9CA}" presName="composite" presStyleCnt="0"/>
      <dgm:spPr/>
    </dgm:pt>
    <dgm:pt modelId="{A6E01FD9-2EC7-45E5-BF7F-017413D4DD85}" type="pres">
      <dgm:prSet presAssocID="{4F9EF394-2FBA-4EA5-8058-C436043AE9CA}" presName="background" presStyleLbl="node0" presStyleIdx="2" presStyleCnt="3"/>
      <dgm:spPr/>
    </dgm:pt>
    <dgm:pt modelId="{4958D712-0882-455C-9327-5A2BFA68A53B}" type="pres">
      <dgm:prSet presAssocID="{4F9EF394-2FBA-4EA5-8058-C436043AE9CA}" presName="text" presStyleLbl="fgAcc0" presStyleIdx="2" presStyleCnt="3">
        <dgm:presLayoutVars>
          <dgm:chPref val="3"/>
        </dgm:presLayoutVars>
      </dgm:prSet>
      <dgm:spPr/>
    </dgm:pt>
    <dgm:pt modelId="{D6241888-B7A8-47C9-B1AA-171257121BB9}" type="pres">
      <dgm:prSet presAssocID="{4F9EF394-2FBA-4EA5-8058-C436043AE9CA}" presName="hierChild2" presStyleCnt="0"/>
      <dgm:spPr/>
    </dgm:pt>
  </dgm:ptLst>
  <dgm:cxnLst>
    <dgm:cxn modelId="{E1EDD160-5CE6-41DC-A3BD-DFA64C3882DF}" srcId="{B6B0F9E9-25B9-46A5-A0AA-D32BCCA5A7BF}" destId="{F05F4323-7847-4C08-BEB1-5E7DBB29DFEA}" srcOrd="1" destOrd="0" parTransId="{1B1C6FB6-F58F-4E96-8845-87434CC3325D}" sibTransId="{A0906530-C365-4F80-A6A6-B8A5D4902431}"/>
    <dgm:cxn modelId="{3D866E63-557C-4F0E-9612-25DF954D4B69}" type="presOf" srcId="{F05F4323-7847-4C08-BEB1-5E7DBB29DFEA}" destId="{EE7A24D3-9AC4-40F7-B96D-9D043ED632F9}" srcOrd="0" destOrd="0" presId="urn:microsoft.com/office/officeart/2005/8/layout/hierarchy1"/>
    <dgm:cxn modelId="{D3DB484A-2AF8-41E8-BF6E-927ECB4F9397}" type="presOf" srcId="{B6B0F9E9-25B9-46A5-A0AA-D32BCCA5A7BF}" destId="{79B38A25-24FC-4F99-8FC1-094600BF4DF2}" srcOrd="0" destOrd="0" presId="urn:microsoft.com/office/officeart/2005/8/layout/hierarchy1"/>
    <dgm:cxn modelId="{2360D66A-458C-4E53-9FC6-89623066AB28}" type="presOf" srcId="{86B1480D-A07B-423E-A63E-CE4088159035}" destId="{4D5EADBF-8A8B-4B45-B2EC-E0168B01DA9C}" srcOrd="0" destOrd="0" presId="urn:microsoft.com/office/officeart/2005/8/layout/hierarchy1"/>
    <dgm:cxn modelId="{8E6E656F-81CB-4526-B0A1-4B8AB7143A87}" srcId="{B6B0F9E9-25B9-46A5-A0AA-D32BCCA5A7BF}" destId="{86B1480D-A07B-423E-A63E-CE4088159035}" srcOrd="0" destOrd="0" parTransId="{DCF281F9-6990-4320-A5BE-6F7422D076FF}" sibTransId="{04CDA58D-46B0-4FFE-8A22-ECE1435CB0E3}"/>
    <dgm:cxn modelId="{9776F899-6BAB-41FD-8A18-C4453A149A9C}" srcId="{B6B0F9E9-25B9-46A5-A0AA-D32BCCA5A7BF}" destId="{4F9EF394-2FBA-4EA5-8058-C436043AE9CA}" srcOrd="2" destOrd="0" parTransId="{31D919B8-6328-432C-BF92-8CDB4EBD2ED2}" sibTransId="{F91F9EC1-DB46-4899-ACD3-70D47C71A0E9}"/>
    <dgm:cxn modelId="{C12370B1-5D0F-4D1B-AFDF-04ECFE928C2C}" type="presOf" srcId="{4F9EF394-2FBA-4EA5-8058-C436043AE9CA}" destId="{4958D712-0882-455C-9327-5A2BFA68A53B}" srcOrd="0" destOrd="0" presId="urn:microsoft.com/office/officeart/2005/8/layout/hierarchy1"/>
    <dgm:cxn modelId="{53711F1A-F2DF-4F60-BE23-C73088167E95}" type="presParOf" srcId="{79B38A25-24FC-4F99-8FC1-094600BF4DF2}" destId="{7D00576B-428B-4C9B-AB68-84385BE5C6D2}" srcOrd="0" destOrd="0" presId="urn:microsoft.com/office/officeart/2005/8/layout/hierarchy1"/>
    <dgm:cxn modelId="{0CAB6BB1-D057-456D-A20C-39E2E6EEFD2B}" type="presParOf" srcId="{7D00576B-428B-4C9B-AB68-84385BE5C6D2}" destId="{FB1527C1-8C9D-4892-9B1D-7DE2505E5F64}" srcOrd="0" destOrd="0" presId="urn:microsoft.com/office/officeart/2005/8/layout/hierarchy1"/>
    <dgm:cxn modelId="{75F89524-5ABA-46D3-A505-D5DEA61D2142}" type="presParOf" srcId="{FB1527C1-8C9D-4892-9B1D-7DE2505E5F64}" destId="{C046F73C-E1E9-48D3-97C5-8C57D18C33CB}" srcOrd="0" destOrd="0" presId="urn:microsoft.com/office/officeart/2005/8/layout/hierarchy1"/>
    <dgm:cxn modelId="{A2704E2E-7536-4163-ADEC-30B6B6588486}" type="presParOf" srcId="{FB1527C1-8C9D-4892-9B1D-7DE2505E5F64}" destId="{4D5EADBF-8A8B-4B45-B2EC-E0168B01DA9C}" srcOrd="1" destOrd="0" presId="urn:microsoft.com/office/officeart/2005/8/layout/hierarchy1"/>
    <dgm:cxn modelId="{1838DEFA-F86F-4D78-9C9E-FCC5A50B7280}" type="presParOf" srcId="{7D00576B-428B-4C9B-AB68-84385BE5C6D2}" destId="{907E7590-E49C-4F3C-91A5-227575AA2B8E}" srcOrd="1" destOrd="0" presId="urn:microsoft.com/office/officeart/2005/8/layout/hierarchy1"/>
    <dgm:cxn modelId="{100CEDA3-DB4C-4AC2-A30C-F67D80E3C352}" type="presParOf" srcId="{79B38A25-24FC-4F99-8FC1-094600BF4DF2}" destId="{8D4C38BA-5F77-4388-AFDD-9DB35251836B}" srcOrd="1" destOrd="0" presId="urn:microsoft.com/office/officeart/2005/8/layout/hierarchy1"/>
    <dgm:cxn modelId="{7D7C2C62-589A-4A89-878B-D265572FB23B}" type="presParOf" srcId="{8D4C38BA-5F77-4388-AFDD-9DB35251836B}" destId="{8EF34AF2-0899-4F41-A9A1-5418705D27D0}" srcOrd="0" destOrd="0" presId="urn:microsoft.com/office/officeart/2005/8/layout/hierarchy1"/>
    <dgm:cxn modelId="{059BCE2F-143D-4AC3-9901-936F3A38A8E5}" type="presParOf" srcId="{8EF34AF2-0899-4F41-A9A1-5418705D27D0}" destId="{F1801B1D-D18E-452A-BD7E-442FF3FACE05}" srcOrd="0" destOrd="0" presId="urn:microsoft.com/office/officeart/2005/8/layout/hierarchy1"/>
    <dgm:cxn modelId="{3CCE270A-B21A-4125-92DD-D14B61327285}" type="presParOf" srcId="{8EF34AF2-0899-4F41-A9A1-5418705D27D0}" destId="{EE7A24D3-9AC4-40F7-B96D-9D043ED632F9}" srcOrd="1" destOrd="0" presId="urn:microsoft.com/office/officeart/2005/8/layout/hierarchy1"/>
    <dgm:cxn modelId="{7AF1D26E-8F12-45D0-A9AB-EB4ECF5352F3}" type="presParOf" srcId="{8D4C38BA-5F77-4388-AFDD-9DB35251836B}" destId="{1DD68EDE-9248-4EBC-AE1F-66568BBBC9F6}" srcOrd="1" destOrd="0" presId="urn:microsoft.com/office/officeart/2005/8/layout/hierarchy1"/>
    <dgm:cxn modelId="{334A3191-ED52-4143-8CF6-0B903F57411A}" type="presParOf" srcId="{79B38A25-24FC-4F99-8FC1-094600BF4DF2}" destId="{00EADAFB-8E72-4079-9B72-BD169BACBA1A}" srcOrd="2" destOrd="0" presId="urn:microsoft.com/office/officeart/2005/8/layout/hierarchy1"/>
    <dgm:cxn modelId="{E9FCAAA8-B3C4-42F1-B888-606FD21936F2}" type="presParOf" srcId="{00EADAFB-8E72-4079-9B72-BD169BACBA1A}" destId="{9CB59C48-8DFC-47CD-B3AC-F17EE760081E}" srcOrd="0" destOrd="0" presId="urn:microsoft.com/office/officeart/2005/8/layout/hierarchy1"/>
    <dgm:cxn modelId="{29F227BE-2861-4718-BCC0-9BDD66959FFE}" type="presParOf" srcId="{9CB59C48-8DFC-47CD-B3AC-F17EE760081E}" destId="{A6E01FD9-2EC7-45E5-BF7F-017413D4DD85}" srcOrd="0" destOrd="0" presId="urn:microsoft.com/office/officeart/2005/8/layout/hierarchy1"/>
    <dgm:cxn modelId="{13A28DF0-9BB7-4772-B8FB-F09ABB228E75}" type="presParOf" srcId="{9CB59C48-8DFC-47CD-B3AC-F17EE760081E}" destId="{4958D712-0882-455C-9327-5A2BFA68A53B}" srcOrd="1" destOrd="0" presId="urn:microsoft.com/office/officeart/2005/8/layout/hierarchy1"/>
    <dgm:cxn modelId="{5A1BECCA-9018-4A7C-8E6C-395869FD85B9}" type="presParOf" srcId="{00EADAFB-8E72-4079-9B72-BD169BACBA1A}" destId="{D6241888-B7A8-47C9-B1AA-171257121BB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2E35C6B-3D57-4D94-AC75-F700E27CFCEB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646FC74-040A-451B-B336-E003650D054D}">
      <dgm:prSet/>
      <dgm:spPr/>
      <dgm:t>
        <a:bodyPr/>
        <a:lstStyle/>
        <a:p>
          <a:r>
            <a:rPr lang="en-US"/>
            <a:t>Source: Twitter US Airline Sentiment Dataset (cleaned)</a:t>
          </a:r>
        </a:p>
      </dgm:t>
    </dgm:pt>
    <dgm:pt modelId="{E8DA94EB-093D-448B-89D1-97E4126E315B}" type="parTrans" cxnId="{FC5E7C05-92FF-40B3-8BB1-2D91735F4BBB}">
      <dgm:prSet/>
      <dgm:spPr/>
      <dgm:t>
        <a:bodyPr/>
        <a:lstStyle/>
        <a:p>
          <a:endParaRPr lang="en-US"/>
        </a:p>
      </dgm:t>
    </dgm:pt>
    <dgm:pt modelId="{E1184F32-2E4A-4250-8976-96FFA88F560A}" type="sibTrans" cxnId="{FC5E7C05-92FF-40B3-8BB1-2D91735F4BBB}">
      <dgm:prSet/>
      <dgm:spPr/>
      <dgm:t>
        <a:bodyPr/>
        <a:lstStyle/>
        <a:p>
          <a:endParaRPr lang="en-US"/>
        </a:p>
      </dgm:t>
    </dgm:pt>
    <dgm:pt modelId="{5EAB921A-9C95-43B7-AE4D-880BACAB001C}">
      <dgm:prSet/>
      <dgm:spPr/>
      <dgm:t>
        <a:bodyPr/>
        <a:lstStyle/>
        <a:p>
          <a:r>
            <a:rPr lang="en-US"/>
            <a:t>~14,000 tweets, labeled sentiment classes</a:t>
          </a:r>
        </a:p>
      </dgm:t>
    </dgm:pt>
    <dgm:pt modelId="{1CDB1A5F-018E-47AD-9C1C-83A7ED568F13}" type="parTrans" cxnId="{3DC7B3B7-A906-4862-B09D-86CD4FF3109D}">
      <dgm:prSet/>
      <dgm:spPr/>
      <dgm:t>
        <a:bodyPr/>
        <a:lstStyle/>
        <a:p>
          <a:endParaRPr lang="en-US"/>
        </a:p>
      </dgm:t>
    </dgm:pt>
    <dgm:pt modelId="{41FFD224-A285-4110-BFDC-0067AC2E936B}" type="sibTrans" cxnId="{3DC7B3B7-A906-4862-B09D-86CD4FF3109D}">
      <dgm:prSet/>
      <dgm:spPr/>
      <dgm:t>
        <a:bodyPr/>
        <a:lstStyle/>
        <a:p>
          <a:endParaRPr lang="en-US"/>
        </a:p>
      </dgm:t>
    </dgm:pt>
    <dgm:pt modelId="{339C5150-78CF-4214-A9C9-76C4BAA49A4E}">
      <dgm:prSet/>
      <dgm:spPr/>
      <dgm:t>
        <a:bodyPr/>
        <a:lstStyle/>
        <a:p>
          <a:r>
            <a:rPr lang="en-US"/>
            <a:t>Key columns: text, processed_text, airline_sentiment, negativereason, tweet_created</a:t>
          </a:r>
        </a:p>
      </dgm:t>
    </dgm:pt>
    <dgm:pt modelId="{0B160A03-D796-448A-8C50-F152542B9D1A}" type="parTrans" cxnId="{72D12894-C908-4B55-924A-E0099F23B3E4}">
      <dgm:prSet/>
      <dgm:spPr/>
      <dgm:t>
        <a:bodyPr/>
        <a:lstStyle/>
        <a:p>
          <a:endParaRPr lang="en-US"/>
        </a:p>
      </dgm:t>
    </dgm:pt>
    <dgm:pt modelId="{53C68384-0ADC-42FF-8412-760705182028}" type="sibTrans" cxnId="{72D12894-C908-4B55-924A-E0099F23B3E4}">
      <dgm:prSet/>
      <dgm:spPr/>
      <dgm:t>
        <a:bodyPr/>
        <a:lstStyle/>
        <a:p>
          <a:endParaRPr lang="en-US"/>
        </a:p>
      </dgm:t>
    </dgm:pt>
    <dgm:pt modelId="{83E6E40F-E13F-4815-8795-67464C5DDC1C}" type="pres">
      <dgm:prSet presAssocID="{12E35C6B-3D57-4D94-AC75-F700E27CFCEB}" presName="outerComposite" presStyleCnt="0">
        <dgm:presLayoutVars>
          <dgm:chMax val="5"/>
          <dgm:dir/>
          <dgm:resizeHandles val="exact"/>
        </dgm:presLayoutVars>
      </dgm:prSet>
      <dgm:spPr/>
    </dgm:pt>
    <dgm:pt modelId="{B3A49C77-06EE-4F85-AF18-9A39230B9734}" type="pres">
      <dgm:prSet presAssocID="{12E35C6B-3D57-4D94-AC75-F700E27CFCEB}" presName="dummyMaxCanvas" presStyleCnt="0">
        <dgm:presLayoutVars/>
      </dgm:prSet>
      <dgm:spPr/>
    </dgm:pt>
    <dgm:pt modelId="{E8AB89FF-28DF-4507-82C5-77FBFD29DFC8}" type="pres">
      <dgm:prSet presAssocID="{12E35C6B-3D57-4D94-AC75-F700E27CFCEB}" presName="ThreeNodes_1" presStyleLbl="node1" presStyleIdx="0" presStyleCnt="3">
        <dgm:presLayoutVars>
          <dgm:bulletEnabled val="1"/>
        </dgm:presLayoutVars>
      </dgm:prSet>
      <dgm:spPr/>
    </dgm:pt>
    <dgm:pt modelId="{CE51B73F-492B-48CA-B4F0-6A232314B9A6}" type="pres">
      <dgm:prSet presAssocID="{12E35C6B-3D57-4D94-AC75-F700E27CFCEB}" presName="ThreeNodes_2" presStyleLbl="node1" presStyleIdx="1" presStyleCnt="3">
        <dgm:presLayoutVars>
          <dgm:bulletEnabled val="1"/>
        </dgm:presLayoutVars>
      </dgm:prSet>
      <dgm:spPr/>
    </dgm:pt>
    <dgm:pt modelId="{12E9DD7A-53F8-447C-B829-F74628C34FE1}" type="pres">
      <dgm:prSet presAssocID="{12E35C6B-3D57-4D94-AC75-F700E27CFCEB}" presName="ThreeNodes_3" presStyleLbl="node1" presStyleIdx="2" presStyleCnt="3">
        <dgm:presLayoutVars>
          <dgm:bulletEnabled val="1"/>
        </dgm:presLayoutVars>
      </dgm:prSet>
      <dgm:spPr/>
    </dgm:pt>
    <dgm:pt modelId="{121AB2A5-183A-43CA-9E7B-BA534C689394}" type="pres">
      <dgm:prSet presAssocID="{12E35C6B-3D57-4D94-AC75-F700E27CFCEB}" presName="ThreeConn_1-2" presStyleLbl="fgAccFollowNode1" presStyleIdx="0" presStyleCnt="2">
        <dgm:presLayoutVars>
          <dgm:bulletEnabled val="1"/>
        </dgm:presLayoutVars>
      </dgm:prSet>
      <dgm:spPr/>
    </dgm:pt>
    <dgm:pt modelId="{DD342DD7-471E-4587-A1D0-14239A1CB9E1}" type="pres">
      <dgm:prSet presAssocID="{12E35C6B-3D57-4D94-AC75-F700E27CFCEB}" presName="ThreeConn_2-3" presStyleLbl="fgAccFollowNode1" presStyleIdx="1" presStyleCnt="2">
        <dgm:presLayoutVars>
          <dgm:bulletEnabled val="1"/>
        </dgm:presLayoutVars>
      </dgm:prSet>
      <dgm:spPr/>
    </dgm:pt>
    <dgm:pt modelId="{C93C89FE-FDC3-4B99-9C0D-4A3182D3A752}" type="pres">
      <dgm:prSet presAssocID="{12E35C6B-3D57-4D94-AC75-F700E27CFCEB}" presName="ThreeNodes_1_text" presStyleLbl="node1" presStyleIdx="2" presStyleCnt="3">
        <dgm:presLayoutVars>
          <dgm:bulletEnabled val="1"/>
        </dgm:presLayoutVars>
      </dgm:prSet>
      <dgm:spPr/>
    </dgm:pt>
    <dgm:pt modelId="{BF8C867F-AB53-46A9-8BB7-55997AA8F0E0}" type="pres">
      <dgm:prSet presAssocID="{12E35C6B-3D57-4D94-AC75-F700E27CFCEB}" presName="ThreeNodes_2_text" presStyleLbl="node1" presStyleIdx="2" presStyleCnt="3">
        <dgm:presLayoutVars>
          <dgm:bulletEnabled val="1"/>
        </dgm:presLayoutVars>
      </dgm:prSet>
      <dgm:spPr/>
    </dgm:pt>
    <dgm:pt modelId="{07EB0F7B-EE18-42C8-B339-203DD835F88C}" type="pres">
      <dgm:prSet presAssocID="{12E35C6B-3D57-4D94-AC75-F700E27CFCEB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FC5E7C05-92FF-40B3-8BB1-2D91735F4BBB}" srcId="{12E35C6B-3D57-4D94-AC75-F700E27CFCEB}" destId="{B646FC74-040A-451B-B336-E003650D054D}" srcOrd="0" destOrd="0" parTransId="{E8DA94EB-093D-448B-89D1-97E4126E315B}" sibTransId="{E1184F32-2E4A-4250-8976-96FFA88F560A}"/>
    <dgm:cxn modelId="{F27F333F-EE22-49A9-8E53-5EE305B878A5}" type="presOf" srcId="{B646FC74-040A-451B-B336-E003650D054D}" destId="{C93C89FE-FDC3-4B99-9C0D-4A3182D3A752}" srcOrd="1" destOrd="0" presId="urn:microsoft.com/office/officeart/2005/8/layout/vProcess5"/>
    <dgm:cxn modelId="{E49ED444-4AA8-4CF9-8021-0BF8C835DD6D}" type="presOf" srcId="{339C5150-78CF-4214-A9C9-76C4BAA49A4E}" destId="{07EB0F7B-EE18-42C8-B339-203DD835F88C}" srcOrd="1" destOrd="0" presId="urn:microsoft.com/office/officeart/2005/8/layout/vProcess5"/>
    <dgm:cxn modelId="{99564475-4522-4718-A000-361CCEA2241E}" type="presOf" srcId="{5EAB921A-9C95-43B7-AE4D-880BACAB001C}" destId="{CE51B73F-492B-48CA-B4F0-6A232314B9A6}" srcOrd="0" destOrd="0" presId="urn:microsoft.com/office/officeart/2005/8/layout/vProcess5"/>
    <dgm:cxn modelId="{5A5C2676-0145-4238-A614-DA2AEB6BCA97}" type="presOf" srcId="{E1184F32-2E4A-4250-8976-96FFA88F560A}" destId="{121AB2A5-183A-43CA-9E7B-BA534C689394}" srcOrd="0" destOrd="0" presId="urn:microsoft.com/office/officeart/2005/8/layout/vProcess5"/>
    <dgm:cxn modelId="{72D12894-C908-4B55-924A-E0099F23B3E4}" srcId="{12E35C6B-3D57-4D94-AC75-F700E27CFCEB}" destId="{339C5150-78CF-4214-A9C9-76C4BAA49A4E}" srcOrd="2" destOrd="0" parTransId="{0B160A03-D796-448A-8C50-F152542B9D1A}" sibTransId="{53C68384-0ADC-42FF-8412-760705182028}"/>
    <dgm:cxn modelId="{89F470A2-20DB-4AE6-8F6F-5413AC1810D7}" type="presOf" srcId="{12E35C6B-3D57-4D94-AC75-F700E27CFCEB}" destId="{83E6E40F-E13F-4815-8795-67464C5DDC1C}" srcOrd="0" destOrd="0" presId="urn:microsoft.com/office/officeart/2005/8/layout/vProcess5"/>
    <dgm:cxn modelId="{456642A9-F4AE-49E0-B577-DFA296B086E0}" type="presOf" srcId="{41FFD224-A285-4110-BFDC-0067AC2E936B}" destId="{DD342DD7-471E-4587-A1D0-14239A1CB9E1}" srcOrd="0" destOrd="0" presId="urn:microsoft.com/office/officeart/2005/8/layout/vProcess5"/>
    <dgm:cxn modelId="{3DC7B3B7-A906-4862-B09D-86CD4FF3109D}" srcId="{12E35C6B-3D57-4D94-AC75-F700E27CFCEB}" destId="{5EAB921A-9C95-43B7-AE4D-880BACAB001C}" srcOrd="1" destOrd="0" parTransId="{1CDB1A5F-018E-47AD-9C1C-83A7ED568F13}" sibTransId="{41FFD224-A285-4110-BFDC-0067AC2E936B}"/>
    <dgm:cxn modelId="{9E9480B9-051F-4753-9120-1C58557D6379}" type="presOf" srcId="{339C5150-78CF-4214-A9C9-76C4BAA49A4E}" destId="{12E9DD7A-53F8-447C-B829-F74628C34FE1}" srcOrd="0" destOrd="0" presId="urn:microsoft.com/office/officeart/2005/8/layout/vProcess5"/>
    <dgm:cxn modelId="{A5D9F3C2-B940-4021-AAEA-F5570DFF8BE0}" type="presOf" srcId="{B646FC74-040A-451B-B336-E003650D054D}" destId="{E8AB89FF-28DF-4507-82C5-77FBFD29DFC8}" srcOrd="0" destOrd="0" presId="urn:microsoft.com/office/officeart/2005/8/layout/vProcess5"/>
    <dgm:cxn modelId="{079A61C9-71BA-4123-94B3-6158D6D15659}" type="presOf" srcId="{5EAB921A-9C95-43B7-AE4D-880BACAB001C}" destId="{BF8C867F-AB53-46A9-8BB7-55997AA8F0E0}" srcOrd="1" destOrd="0" presId="urn:microsoft.com/office/officeart/2005/8/layout/vProcess5"/>
    <dgm:cxn modelId="{53DAAFFA-C2AA-4B7C-92D5-FBFB61B9EBAF}" type="presParOf" srcId="{83E6E40F-E13F-4815-8795-67464C5DDC1C}" destId="{B3A49C77-06EE-4F85-AF18-9A39230B9734}" srcOrd="0" destOrd="0" presId="urn:microsoft.com/office/officeart/2005/8/layout/vProcess5"/>
    <dgm:cxn modelId="{1E63FADF-F3EB-449A-A3EB-66F64F2E0B72}" type="presParOf" srcId="{83E6E40F-E13F-4815-8795-67464C5DDC1C}" destId="{E8AB89FF-28DF-4507-82C5-77FBFD29DFC8}" srcOrd="1" destOrd="0" presId="urn:microsoft.com/office/officeart/2005/8/layout/vProcess5"/>
    <dgm:cxn modelId="{994EB69F-F308-4603-97C6-B768750A9B22}" type="presParOf" srcId="{83E6E40F-E13F-4815-8795-67464C5DDC1C}" destId="{CE51B73F-492B-48CA-B4F0-6A232314B9A6}" srcOrd="2" destOrd="0" presId="urn:microsoft.com/office/officeart/2005/8/layout/vProcess5"/>
    <dgm:cxn modelId="{4C8E99A3-7D39-4CA9-BF47-84BD1BAC12C6}" type="presParOf" srcId="{83E6E40F-E13F-4815-8795-67464C5DDC1C}" destId="{12E9DD7A-53F8-447C-B829-F74628C34FE1}" srcOrd="3" destOrd="0" presId="urn:microsoft.com/office/officeart/2005/8/layout/vProcess5"/>
    <dgm:cxn modelId="{A19DB734-D013-45CE-A6DA-EB1A38A2AFB3}" type="presParOf" srcId="{83E6E40F-E13F-4815-8795-67464C5DDC1C}" destId="{121AB2A5-183A-43CA-9E7B-BA534C689394}" srcOrd="4" destOrd="0" presId="urn:microsoft.com/office/officeart/2005/8/layout/vProcess5"/>
    <dgm:cxn modelId="{D78559AE-D9B8-4575-993A-655C05D6FAA3}" type="presParOf" srcId="{83E6E40F-E13F-4815-8795-67464C5DDC1C}" destId="{DD342DD7-471E-4587-A1D0-14239A1CB9E1}" srcOrd="5" destOrd="0" presId="urn:microsoft.com/office/officeart/2005/8/layout/vProcess5"/>
    <dgm:cxn modelId="{C4BA9997-832C-4274-99D3-4A756D09EC98}" type="presParOf" srcId="{83E6E40F-E13F-4815-8795-67464C5DDC1C}" destId="{C93C89FE-FDC3-4B99-9C0D-4A3182D3A752}" srcOrd="6" destOrd="0" presId="urn:microsoft.com/office/officeart/2005/8/layout/vProcess5"/>
    <dgm:cxn modelId="{3F65ECB7-153E-4300-A89D-26EB04A690E1}" type="presParOf" srcId="{83E6E40F-E13F-4815-8795-67464C5DDC1C}" destId="{BF8C867F-AB53-46A9-8BB7-55997AA8F0E0}" srcOrd="7" destOrd="0" presId="urn:microsoft.com/office/officeart/2005/8/layout/vProcess5"/>
    <dgm:cxn modelId="{C1E2EE57-2DE3-4F0A-9EEC-7F5279042E04}" type="presParOf" srcId="{83E6E40F-E13F-4815-8795-67464C5DDC1C}" destId="{07EB0F7B-EE18-42C8-B339-203DD835F88C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DE8C663-093E-4D25-B662-8F8599519B84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F4791E7-6350-4396-8523-3FFFCB39B15A}">
      <dgm:prSet/>
      <dgm:spPr/>
      <dgm:t>
        <a:bodyPr/>
        <a:lstStyle/>
        <a:p>
          <a:r>
            <a:rPr lang="en-US"/>
            <a:t>Sentiment distribution: majority negative tweets (class imbalance)</a:t>
          </a:r>
        </a:p>
      </dgm:t>
    </dgm:pt>
    <dgm:pt modelId="{2B7B3752-7C6E-4E6D-92EE-D1750A0DF0BB}" type="parTrans" cxnId="{CEAB9964-FA00-4911-8351-A796BEE0A0FD}">
      <dgm:prSet/>
      <dgm:spPr/>
      <dgm:t>
        <a:bodyPr/>
        <a:lstStyle/>
        <a:p>
          <a:endParaRPr lang="en-US"/>
        </a:p>
      </dgm:t>
    </dgm:pt>
    <dgm:pt modelId="{31CAE0FB-F7AD-4468-B4B2-FBF3C6A0222A}" type="sibTrans" cxnId="{CEAB9964-FA00-4911-8351-A796BEE0A0FD}">
      <dgm:prSet/>
      <dgm:spPr/>
      <dgm:t>
        <a:bodyPr/>
        <a:lstStyle/>
        <a:p>
          <a:endParaRPr lang="en-US"/>
        </a:p>
      </dgm:t>
    </dgm:pt>
    <dgm:pt modelId="{7A61C129-4937-43EC-87AC-7F317AF1B9F9}">
      <dgm:prSet/>
      <dgm:spPr/>
      <dgm:t>
        <a:bodyPr/>
        <a:lstStyle/>
        <a:p>
          <a:r>
            <a:rPr lang="en-US"/>
            <a:t>Most common words in negative tweets: 'delay', 'customer service', 'late'</a:t>
          </a:r>
        </a:p>
      </dgm:t>
    </dgm:pt>
    <dgm:pt modelId="{82BC41FE-3287-4B68-AE4E-06EE17E30CF6}" type="parTrans" cxnId="{2807BD29-2FBC-4A1D-B1E7-BDBA511953E8}">
      <dgm:prSet/>
      <dgm:spPr/>
      <dgm:t>
        <a:bodyPr/>
        <a:lstStyle/>
        <a:p>
          <a:endParaRPr lang="en-US"/>
        </a:p>
      </dgm:t>
    </dgm:pt>
    <dgm:pt modelId="{92481397-F2D0-498B-AE05-27BB96179D00}" type="sibTrans" cxnId="{2807BD29-2FBC-4A1D-B1E7-BDBA511953E8}">
      <dgm:prSet/>
      <dgm:spPr/>
      <dgm:t>
        <a:bodyPr/>
        <a:lstStyle/>
        <a:p>
          <a:endParaRPr lang="en-US"/>
        </a:p>
      </dgm:t>
    </dgm:pt>
    <dgm:pt modelId="{AA8ECC58-B450-413D-A3E5-5674D9D80A4A}">
      <dgm:prSet/>
      <dgm:spPr/>
      <dgm:t>
        <a:bodyPr/>
        <a:lstStyle/>
        <a:p>
          <a:r>
            <a:rPr lang="en-US"/>
            <a:t>Tweet volume over time: spikes during disruptions</a:t>
          </a:r>
        </a:p>
      </dgm:t>
    </dgm:pt>
    <dgm:pt modelId="{D1835B94-86DB-460B-9163-8198CACB6603}" type="parTrans" cxnId="{0000A93D-D786-406A-B2A5-83FB65B49E7E}">
      <dgm:prSet/>
      <dgm:spPr/>
      <dgm:t>
        <a:bodyPr/>
        <a:lstStyle/>
        <a:p>
          <a:endParaRPr lang="en-US"/>
        </a:p>
      </dgm:t>
    </dgm:pt>
    <dgm:pt modelId="{663B34C4-BE7B-4F96-9BA1-F8D5670438C3}" type="sibTrans" cxnId="{0000A93D-D786-406A-B2A5-83FB65B49E7E}">
      <dgm:prSet/>
      <dgm:spPr/>
      <dgm:t>
        <a:bodyPr/>
        <a:lstStyle/>
        <a:p>
          <a:endParaRPr lang="en-US"/>
        </a:p>
      </dgm:t>
    </dgm:pt>
    <dgm:pt modelId="{6FDE37D0-250A-4DAD-98EA-C0781BF9CFD7}" type="pres">
      <dgm:prSet presAssocID="{8DE8C663-093E-4D25-B662-8F8599519B8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74D18BC-375D-4C6A-BD3C-72FCC9C303B2}" type="pres">
      <dgm:prSet presAssocID="{FF4791E7-6350-4396-8523-3FFFCB39B15A}" presName="hierRoot1" presStyleCnt="0"/>
      <dgm:spPr/>
    </dgm:pt>
    <dgm:pt modelId="{84CA7020-AE91-4025-8A24-21D9915E5B26}" type="pres">
      <dgm:prSet presAssocID="{FF4791E7-6350-4396-8523-3FFFCB39B15A}" presName="composite" presStyleCnt="0"/>
      <dgm:spPr/>
    </dgm:pt>
    <dgm:pt modelId="{9AACEA71-7C04-4D6D-9F3F-51F1ECB8C1CD}" type="pres">
      <dgm:prSet presAssocID="{FF4791E7-6350-4396-8523-3FFFCB39B15A}" presName="background" presStyleLbl="node0" presStyleIdx="0" presStyleCnt="3"/>
      <dgm:spPr/>
    </dgm:pt>
    <dgm:pt modelId="{3DE644B4-EDAE-4056-AA42-DE1C7D427D2D}" type="pres">
      <dgm:prSet presAssocID="{FF4791E7-6350-4396-8523-3FFFCB39B15A}" presName="text" presStyleLbl="fgAcc0" presStyleIdx="0" presStyleCnt="3">
        <dgm:presLayoutVars>
          <dgm:chPref val="3"/>
        </dgm:presLayoutVars>
      </dgm:prSet>
      <dgm:spPr/>
    </dgm:pt>
    <dgm:pt modelId="{3E7E5962-7476-4550-9616-CF29C7F0397E}" type="pres">
      <dgm:prSet presAssocID="{FF4791E7-6350-4396-8523-3FFFCB39B15A}" presName="hierChild2" presStyleCnt="0"/>
      <dgm:spPr/>
    </dgm:pt>
    <dgm:pt modelId="{24F31C90-47B2-4751-A037-3860EB558A08}" type="pres">
      <dgm:prSet presAssocID="{7A61C129-4937-43EC-87AC-7F317AF1B9F9}" presName="hierRoot1" presStyleCnt="0"/>
      <dgm:spPr/>
    </dgm:pt>
    <dgm:pt modelId="{852BAAE2-9D2E-42F3-B4BF-4242F89C49E3}" type="pres">
      <dgm:prSet presAssocID="{7A61C129-4937-43EC-87AC-7F317AF1B9F9}" presName="composite" presStyleCnt="0"/>
      <dgm:spPr/>
    </dgm:pt>
    <dgm:pt modelId="{3908A115-D517-433C-9979-761CAAFB9276}" type="pres">
      <dgm:prSet presAssocID="{7A61C129-4937-43EC-87AC-7F317AF1B9F9}" presName="background" presStyleLbl="node0" presStyleIdx="1" presStyleCnt="3"/>
      <dgm:spPr/>
    </dgm:pt>
    <dgm:pt modelId="{3BC5ADE6-2461-4E3A-9866-D5E8F53600CD}" type="pres">
      <dgm:prSet presAssocID="{7A61C129-4937-43EC-87AC-7F317AF1B9F9}" presName="text" presStyleLbl="fgAcc0" presStyleIdx="1" presStyleCnt="3">
        <dgm:presLayoutVars>
          <dgm:chPref val="3"/>
        </dgm:presLayoutVars>
      </dgm:prSet>
      <dgm:spPr/>
    </dgm:pt>
    <dgm:pt modelId="{E863F534-11F7-4393-A057-4DD6CEC6F21E}" type="pres">
      <dgm:prSet presAssocID="{7A61C129-4937-43EC-87AC-7F317AF1B9F9}" presName="hierChild2" presStyleCnt="0"/>
      <dgm:spPr/>
    </dgm:pt>
    <dgm:pt modelId="{A10B6A87-A4BA-42C0-AE3D-DD0FCCC97244}" type="pres">
      <dgm:prSet presAssocID="{AA8ECC58-B450-413D-A3E5-5674D9D80A4A}" presName="hierRoot1" presStyleCnt="0"/>
      <dgm:spPr/>
    </dgm:pt>
    <dgm:pt modelId="{4E5AF5DB-C963-4231-B4C5-3005194AC59A}" type="pres">
      <dgm:prSet presAssocID="{AA8ECC58-B450-413D-A3E5-5674D9D80A4A}" presName="composite" presStyleCnt="0"/>
      <dgm:spPr/>
    </dgm:pt>
    <dgm:pt modelId="{E5A35728-E749-4233-94AD-2058F6C80A59}" type="pres">
      <dgm:prSet presAssocID="{AA8ECC58-B450-413D-A3E5-5674D9D80A4A}" presName="background" presStyleLbl="node0" presStyleIdx="2" presStyleCnt="3"/>
      <dgm:spPr/>
    </dgm:pt>
    <dgm:pt modelId="{8B0537CE-A8D8-4392-9DBF-4C344E755F59}" type="pres">
      <dgm:prSet presAssocID="{AA8ECC58-B450-413D-A3E5-5674D9D80A4A}" presName="text" presStyleLbl="fgAcc0" presStyleIdx="2" presStyleCnt="3">
        <dgm:presLayoutVars>
          <dgm:chPref val="3"/>
        </dgm:presLayoutVars>
      </dgm:prSet>
      <dgm:spPr/>
    </dgm:pt>
    <dgm:pt modelId="{640772D4-247E-40C9-B8C3-8D550C2BFE8F}" type="pres">
      <dgm:prSet presAssocID="{AA8ECC58-B450-413D-A3E5-5674D9D80A4A}" presName="hierChild2" presStyleCnt="0"/>
      <dgm:spPr/>
    </dgm:pt>
  </dgm:ptLst>
  <dgm:cxnLst>
    <dgm:cxn modelId="{16DC8F1C-39B7-4C62-BAE7-58D15807FA99}" type="presOf" srcId="{FF4791E7-6350-4396-8523-3FFFCB39B15A}" destId="{3DE644B4-EDAE-4056-AA42-DE1C7D427D2D}" srcOrd="0" destOrd="0" presId="urn:microsoft.com/office/officeart/2005/8/layout/hierarchy1"/>
    <dgm:cxn modelId="{32DEAA29-B117-4DE2-B9C2-4B128452B2B2}" type="presOf" srcId="{7A61C129-4937-43EC-87AC-7F317AF1B9F9}" destId="{3BC5ADE6-2461-4E3A-9866-D5E8F53600CD}" srcOrd="0" destOrd="0" presId="urn:microsoft.com/office/officeart/2005/8/layout/hierarchy1"/>
    <dgm:cxn modelId="{2807BD29-2FBC-4A1D-B1E7-BDBA511953E8}" srcId="{8DE8C663-093E-4D25-B662-8F8599519B84}" destId="{7A61C129-4937-43EC-87AC-7F317AF1B9F9}" srcOrd="1" destOrd="0" parTransId="{82BC41FE-3287-4B68-AE4E-06EE17E30CF6}" sibTransId="{92481397-F2D0-498B-AE05-27BB96179D00}"/>
    <dgm:cxn modelId="{0000A93D-D786-406A-B2A5-83FB65B49E7E}" srcId="{8DE8C663-093E-4D25-B662-8F8599519B84}" destId="{AA8ECC58-B450-413D-A3E5-5674D9D80A4A}" srcOrd="2" destOrd="0" parTransId="{D1835B94-86DB-460B-9163-8198CACB6603}" sibTransId="{663B34C4-BE7B-4F96-9BA1-F8D5670438C3}"/>
    <dgm:cxn modelId="{CEAB9964-FA00-4911-8351-A796BEE0A0FD}" srcId="{8DE8C663-093E-4D25-B662-8F8599519B84}" destId="{FF4791E7-6350-4396-8523-3FFFCB39B15A}" srcOrd="0" destOrd="0" parTransId="{2B7B3752-7C6E-4E6D-92EE-D1750A0DF0BB}" sibTransId="{31CAE0FB-F7AD-4468-B4B2-FBF3C6A0222A}"/>
    <dgm:cxn modelId="{12DEF04E-3D10-42DD-8D97-36F0EEB0D605}" type="presOf" srcId="{8DE8C663-093E-4D25-B662-8F8599519B84}" destId="{6FDE37D0-250A-4DAD-98EA-C0781BF9CFD7}" srcOrd="0" destOrd="0" presId="urn:microsoft.com/office/officeart/2005/8/layout/hierarchy1"/>
    <dgm:cxn modelId="{436D0AB5-E7CA-4A33-B6E1-8DD2456CCA05}" type="presOf" srcId="{AA8ECC58-B450-413D-A3E5-5674D9D80A4A}" destId="{8B0537CE-A8D8-4392-9DBF-4C344E755F59}" srcOrd="0" destOrd="0" presId="urn:microsoft.com/office/officeart/2005/8/layout/hierarchy1"/>
    <dgm:cxn modelId="{67643B96-BEDD-4602-8DD5-841393E0CFEE}" type="presParOf" srcId="{6FDE37D0-250A-4DAD-98EA-C0781BF9CFD7}" destId="{774D18BC-375D-4C6A-BD3C-72FCC9C303B2}" srcOrd="0" destOrd="0" presId="urn:microsoft.com/office/officeart/2005/8/layout/hierarchy1"/>
    <dgm:cxn modelId="{BEE33149-D2DC-435F-8E11-94A0D3FADF36}" type="presParOf" srcId="{774D18BC-375D-4C6A-BD3C-72FCC9C303B2}" destId="{84CA7020-AE91-4025-8A24-21D9915E5B26}" srcOrd="0" destOrd="0" presId="urn:microsoft.com/office/officeart/2005/8/layout/hierarchy1"/>
    <dgm:cxn modelId="{74DC34B0-B3E6-4A78-8A10-19E9FE9AC7E7}" type="presParOf" srcId="{84CA7020-AE91-4025-8A24-21D9915E5B26}" destId="{9AACEA71-7C04-4D6D-9F3F-51F1ECB8C1CD}" srcOrd="0" destOrd="0" presId="urn:microsoft.com/office/officeart/2005/8/layout/hierarchy1"/>
    <dgm:cxn modelId="{C2522661-9177-48B5-9AAD-2E116A9054ED}" type="presParOf" srcId="{84CA7020-AE91-4025-8A24-21D9915E5B26}" destId="{3DE644B4-EDAE-4056-AA42-DE1C7D427D2D}" srcOrd="1" destOrd="0" presId="urn:microsoft.com/office/officeart/2005/8/layout/hierarchy1"/>
    <dgm:cxn modelId="{F24310F7-C8EB-4A58-A252-F25521CFF1B5}" type="presParOf" srcId="{774D18BC-375D-4C6A-BD3C-72FCC9C303B2}" destId="{3E7E5962-7476-4550-9616-CF29C7F0397E}" srcOrd="1" destOrd="0" presId="urn:microsoft.com/office/officeart/2005/8/layout/hierarchy1"/>
    <dgm:cxn modelId="{82BB07C8-2627-4D71-8792-4C55FA0FF42E}" type="presParOf" srcId="{6FDE37D0-250A-4DAD-98EA-C0781BF9CFD7}" destId="{24F31C90-47B2-4751-A037-3860EB558A08}" srcOrd="1" destOrd="0" presId="urn:microsoft.com/office/officeart/2005/8/layout/hierarchy1"/>
    <dgm:cxn modelId="{E05A583A-9CD5-461B-8A7A-87C3EBDE4EC9}" type="presParOf" srcId="{24F31C90-47B2-4751-A037-3860EB558A08}" destId="{852BAAE2-9D2E-42F3-B4BF-4242F89C49E3}" srcOrd="0" destOrd="0" presId="urn:microsoft.com/office/officeart/2005/8/layout/hierarchy1"/>
    <dgm:cxn modelId="{90E6FCDC-6136-4EAC-B44A-A04A76107C22}" type="presParOf" srcId="{852BAAE2-9D2E-42F3-B4BF-4242F89C49E3}" destId="{3908A115-D517-433C-9979-761CAAFB9276}" srcOrd="0" destOrd="0" presId="urn:microsoft.com/office/officeart/2005/8/layout/hierarchy1"/>
    <dgm:cxn modelId="{F2819E88-BEF3-4FD3-AC9D-71AD3CF69F16}" type="presParOf" srcId="{852BAAE2-9D2E-42F3-B4BF-4242F89C49E3}" destId="{3BC5ADE6-2461-4E3A-9866-D5E8F53600CD}" srcOrd="1" destOrd="0" presId="urn:microsoft.com/office/officeart/2005/8/layout/hierarchy1"/>
    <dgm:cxn modelId="{97937F28-7F8E-4EAC-B7B9-5D120A43AEC3}" type="presParOf" srcId="{24F31C90-47B2-4751-A037-3860EB558A08}" destId="{E863F534-11F7-4393-A057-4DD6CEC6F21E}" srcOrd="1" destOrd="0" presId="urn:microsoft.com/office/officeart/2005/8/layout/hierarchy1"/>
    <dgm:cxn modelId="{C757F943-492A-4FB3-A850-FEDD20A7AE45}" type="presParOf" srcId="{6FDE37D0-250A-4DAD-98EA-C0781BF9CFD7}" destId="{A10B6A87-A4BA-42C0-AE3D-DD0FCCC97244}" srcOrd="2" destOrd="0" presId="urn:microsoft.com/office/officeart/2005/8/layout/hierarchy1"/>
    <dgm:cxn modelId="{81B05112-1D37-4C46-BAD6-FC66FF2228E5}" type="presParOf" srcId="{A10B6A87-A4BA-42C0-AE3D-DD0FCCC97244}" destId="{4E5AF5DB-C963-4231-B4C5-3005194AC59A}" srcOrd="0" destOrd="0" presId="urn:microsoft.com/office/officeart/2005/8/layout/hierarchy1"/>
    <dgm:cxn modelId="{08745563-0E97-4700-8645-71C68819206A}" type="presParOf" srcId="{4E5AF5DB-C963-4231-B4C5-3005194AC59A}" destId="{E5A35728-E749-4233-94AD-2058F6C80A59}" srcOrd="0" destOrd="0" presId="urn:microsoft.com/office/officeart/2005/8/layout/hierarchy1"/>
    <dgm:cxn modelId="{A0915E0F-821A-434E-A275-D0354DD1BE65}" type="presParOf" srcId="{4E5AF5DB-C963-4231-B4C5-3005194AC59A}" destId="{8B0537CE-A8D8-4392-9DBF-4C344E755F59}" srcOrd="1" destOrd="0" presId="urn:microsoft.com/office/officeart/2005/8/layout/hierarchy1"/>
    <dgm:cxn modelId="{22F14514-8153-41FF-B779-C61673B5C27B}" type="presParOf" srcId="{A10B6A87-A4BA-42C0-AE3D-DD0FCCC97244}" destId="{640772D4-247E-40C9-B8C3-8D550C2BFE8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CFE38F2-B3B6-408E-888E-AE313009CD11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5D08FE0-C578-4E4B-84A0-A85FF0AEB913}">
      <dgm:prSet/>
      <dgm:spPr/>
      <dgm:t>
        <a:bodyPr/>
        <a:lstStyle/>
        <a:p>
          <a:r>
            <a:rPr lang="en-US"/>
            <a:t>TF-IDF vectorization (1–2 grams, 5000 features)</a:t>
          </a:r>
        </a:p>
      </dgm:t>
    </dgm:pt>
    <dgm:pt modelId="{DD2E44CB-F085-4F2D-ADE5-B2F125771BA1}" type="parTrans" cxnId="{A0732661-C5F9-4B94-84A5-60B257B64910}">
      <dgm:prSet/>
      <dgm:spPr/>
      <dgm:t>
        <a:bodyPr/>
        <a:lstStyle/>
        <a:p>
          <a:endParaRPr lang="en-US"/>
        </a:p>
      </dgm:t>
    </dgm:pt>
    <dgm:pt modelId="{6274EB4C-479E-4D32-ABEC-331D35336639}" type="sibTrans" cxnId="{A0732661-C5F9-4B94-84A5-60B257B64910}">
      <dgm:prSet/>
      <dgm:spPr/>
      <dgm:t>
        <a:bodyPr/>
        <a:lstStyle/>
        <a:p>
          <a:endParaRPr lang="en-US"/>
        </a:p>
      </dgm:t>
    </dgm:pt>
    <dgm:pt modelId="{A24F873B-435B-4516-9B75-1AD630334172}">
      <dgm:prSet/>
      <dgm:spPr/>
      <dgm:t>
        <a:bodyPr/>
        <a:lstStyle/>
        <a:p>
          <a:r>
            <a:rPr lang="en-US"/>
            <a:t>Standardized feature magnitude</a:t>
          </a:r>
        </a:p>
      </dgm:t>
    </dgm:pt>
    <dgm:pt modelId="{2CA40D24-064A-436E-BFFF-FBC52DCEC785}" type="parTrans" cxnId="{2BD1D320-D839-4AB6-A9BD-8F66946964B7}">
      <dgm:prSet/>
      <dgm:spPr/>
      <dgm:t>
        <a:bodyPr/>
        <a:lstStyle/>
        <a:p>
          <a:endParaRPr lang="en-US"/>
        </a:p>
      </dgm:t>
    </dgm:pt>
    <dgm:pt modelId="{60978E14-39E5-40AB-9F75-C46A151400DB}" type="sibTrans" cxnId="{2BD1D320-D839-4AB6-A9BD-8F66946964B7}">
      <dgm:prSet/>
      <dgm:spPr/>
      <dgm:t>
        <a:bodyPr/>
        <a:lstStyle/>
        <a:p>
          <a:endParaRPr lang="en-US"/>
        </a:p>
      </dgm:t>
    </dgm:pt>
    <dgm:pt modelId="{6D481003-9E1A-48FD-AFC3-027F34539EE9}">
      <dgm:prSet/>
      <dgm:spPr/>
      <dgm:t>
        <a:bodyPr/>
        <a:lstStyle/>
        <a:p>
          <a:r>
            <a:rPr lang="en-US"/>
            <a:t>80/20 train/test split with stratification</a:t>
          </a:r>
        </a:p>
      </dgm:t>
    </dgm:pt>
    <dgm:pt modelId="{62CF00B9-8786-4337-A544-66E7D87C12F6}" type="parTrans" cxnId="{09A88491-D3D5-4659-A7C9-C942677C9A64}">
      <dgm:prSet/>
      <dgm:spPr/>
      <dgm:t>
        <a:bodyPr/>
        <a:lstStyle/>
        <a:p>
          <a:endParaRPr lang="en-US"/>
        </a:p>
      </dgm:t>
    </dgm:pt>
    <dgm:pt modelId="{35B4D841-77B9-4DF1-9EBD-14337F7E1957}" type="sibTrans" cxnId="{09A88491-D3D5-4659-A7C9-C942677C9A64}">
      <dgm:prSet/>
      <dgm:spPr/>
      <dgm:t>
        <a:bodyPr/>
        <a:lstStyle/>
        <a:p>
          <a:endParaRPr lang="en-US"/>
        </a:p>
      </dgm:t>
    </dgm:pt>
    <dgm:pt modelId="{3C4ABDE0-7C19-4FD3-82FC-B39E34C2813A}">
      <dgm:prSet/>
      <dgm:spPr/>
      <dgm:t>
        <a:bodyPr/>
        <a:lstStyle/>
        <a:p>
          <a:r>
            <a:rPr lang="en-US"/>
            <a:t>Label encoding for sentiment</a:t>
          </a:r>
        </a:p>
      </dgm:t>
    </dgm:pt>
    <dgm:pt modelId="{C6404AB6-8202-47F7-BCFD-19D566B603EA}" type="parTrans" cxnId="{8FD81721-13CC-4074-AB46-71F839BD75BB}">
      <dgm:prSet/>
      <dgm:spPr/>
      <dgm:t>
        <a:bodyPr/>
        <a:lstStyle/>
        <a:p>
          <a:endParaRPr lang="en-US"/>
        </a:p>
      </dgm:t>
    </dgm:pt>
    <dgm:pt modelId="{839B01BF-0C61-49CA-BABC-BE460E4C08F7}" type="sibTrans" cxnId="{8FD81721-13CC-4074-AB46-71F839BD75BB}">
      <dgm:prSet/>
      <dgm:spPr/>
      <dgm:t>
        <a:bodyPr/>
        <a:lstStyle/>
        <a:p>
          <a:endParaRPr lang="en-US"/>
        </a:p>
      </dgm:t>
    </dgm:pt>
    <dgm:pt modelId="{D5E02A7C-471B-4B3D-B1C6-C92A9F991945}" type="pres">
      <dgm:prSet presAssocID="{FCFE38F2-B3B6-408E-888E-AE313009CD11}" presName="outerComposite" presStyleCnt="0">
        <dgm:presLayoutVars>
          <dgm:chMax val="5"/>
          <dgm:dir/>
          <dgm:resizeHandles val="exact"/>
        </dgm:presLayoutVars>
      </dgm:prSet>
      <dgm:spPr/>
    </dgm:pt>
    <dgm:pt modelId="{DA16CC4D-0D9D-4A11-BCB7-7624F2A9681B}" type="pres">
      <dgm:prSet presAssocID="{FCFE38F2-B3B6-408E-888E-AE313009CD11}" presName="dummyMaxCanvas" presStyleCnt="0">
        <dgm:presLayoutVars/>
      </dgm:prSet>
      <dgm:spPr/>
    </dgm:pt>
    <dgm:pt modelId="{7780565E-2B16-4AA6-B542-BB6A2DE0493A}" type="pres">
      <dgm:prSet presAssocID="{FCFE38F2-B3B6-408E-888E-AE313009CD11}" presName="FourNodes_1" presStyleLbl="node1" presStyleIdx="0" presStyleCnt="4">
        <dgm:presLayoutVars>
          <dgm:bulletEnabled val="1"/>
        </dgm:presLayoutVars>
      </dgm:prSet>
      <dgm:spPr/>
    </dgm:pt>
    <dgm:pt modelId="{281502AA-9F46-4293-A0CC-9D140C6A071E}" type="pres">
      <dgm:prSet presAssocID="{FCFE38F2-B3B6-408E-888E-AE313009CD11}" presName="FourNodes_2" presStyleLbl="node1" presStyleIdx="1" presStyleCnt="4">
        <dgm:presLayoutVars>
          <dgm:bulletEnabled val="1"/>
        </dgm:presLayoutVars>
      </dgm:prSet>
      <dgm:spPr/>
    </dgm:pt>
    <dgm:pt modelId="{C06E83D4-E046-4F14-BE98-A64CED86122A}" type="pres">
      <dgm:prSet presAssocID="{FCFE38F2-B3B6-408E-888E-AE313009CD11}" presName="FourNodes_3" presStyleLbl="node1" presStyleIdx="2" presStyleCnt="4">
        <dgm:presLayoutVars>
          <dgm:bulletEnabled val="1"/>
        </dgm:presLayoutVars>
      </dgm:prSet>
      <dgm:spPr/>
    </dgm:pt>
    <dgm:pt modelId="{D7F2C1B1-BD56-462E-A3C9-A3B73922D19C}" type="pres">
      <dgm:prSet presAssocID="{FCFE38F2-B3B6-408E-888E-AE313009CD11}" presName="FourNodes_4" presStyleLbl="node1" presStyleIdx="3" presStyleCnt="4">
        <dgm:presLayoutVars>
          <dgm:bulletEnabled val="1"/>
        </dgm:presLayoutVars>
      </dgm:prSet>
      <dgm:spPr/>
    </dgm:pt>
    <dgm:pt modelId="{0E62C903-BC90-49B7-AA50-5222F3EDB42D}" type="pres">
      <dgm:prSet presAssocID="{FCFE38F2-B3B6-408E-888E-AE313009CD11}" presName="FourConn_1-2" presStyleLbl="fgAccFollowNode1" presStyleIdx="0" presStyleCnt="3">
        <dgm:presLayoutVars>
          <dgm:bulletEnabled val="1"/>
        </dgm:presLayoutVars>
      </dgm:prSet>
      <dgm:spPr/>
    </dgm:pt>
    <dgm:pt modelId="{E6542260-CEA1-4709-8FF3-1FDF2F9338C1}" type="pres">
      <dgm:prSet presAssocID="{FCFE38F2-B3B6-408E-888E-AE313009CD11}" presName="FourConn_2-3" presStyleLbl="fgAccFollowNode1" presStyleIdx="1" presStyleCnt="3">
        <dgm:presLayoutVars>
          <dgm:bulletEnabled val="1"/>
        </dgm:presLayoutVars>
      </dgm:prSet>
      <dgm:spPr/>
    </dgm:pt>
    <dgm:pt modelId="{CE329300-9AB2-4419-A4D9-355FF67E0D47}" type="pres">
      <dgm:prSet presAssocID="{FCFE38F2-B3B6-408E-888E-AE313009CD11}" presName="FourConn_3-4" presStyleLbl="fgAccFollowNode1" presStyleIdx="2" presStyleCnt="3">
        <dgm:presLayoutVars>
          <dgm:bulletEnabled val="1"/>
        </dgm:presLayoutVars>
      </dgm:prSet>
      <dgm:spPr/>
    </dgm:pt>
    <dgm:pt modelId="{D938278A-489A-4E7A-AE53-E70F2177800E}" type="pres">
      <dgm:prSet presAssocID="{FCFE38F2-B3B6-408E-888E-AE313009CD11}" presName="FourNodes_1_text" presStyleLbl="node1" presStyleIdx="3" presStyleCnt="4">
        <dgm:presLayoutVars>
          <dgm:bulletEnabled val="1"/>
        </dgm:presLayoutVars>
      </dgm:prSet>
      <dgm:spPr/>
    </dgm:pt>
    <dgm:pt modelId="{CE14E457-B2D2-4560-AD66-55497A7C695A}" type="pres">
      <dgm:prSet presAssocID="{FCFE38F2-B3B6-408E-888E-AE313009CD11}" presName="FourNodes_2_text" presStyleLbl="node1" presStyleIdx="3" presStyleCnt="4">
        <dgm:presLayoutVars>
          <dgm:bulletEnabled val="1"/>
        </dgm:presLayoutVars>
      </dgm:prSet>
      <dgm:spPr/>
    </dgm:pt>
    <dgm:pt modelId="{B3C3D2F3-7079-4CF9-A492-91D88096F2B2}" type="pres">
      <dgm:prSet presAssocID="{FCFE38F2-B3B6-408E-888E-AE313009CD11}" presName="FourNodes_3_text" presStyleLbl="node1" presStyleIdx="3" presStyleCnt="4">
        <dgm:presLayoutVars>
          <dgm:bulletEnabled val="1"/>
        </dgm:presLayoutVars>
      </dgm:prSet>
      <dgm:spPr/>
    </dgm:pt>
    <dgm:pt modelId="{9434E4FD-FE40-40B7-8C7F-3A514F8677E2}" type="pres">
      <dgm:prSet presAssocID="{FCFE38F2-B3B6-408E-888E-AE313009CD11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DB7BD703-8689-4FB2-80C6-FEC63A3C6B75}" type="presOf" srcId="{3C4ABDE0-7C19-4FD3-82FC-B39E34C2813A}" destId="{9434E4FD-FE40-40B7-8C7F-3A514F8677E2}" srcOrd="1" destOrd="0" presId="urn:microsoft.com/office/officeart/2005/8/layout/vProcess5"/>
    <dgm:cxn modelId="{95754504-D1F7-4748-ADAA-22432A262D58}" type="presOf" srcId="{3C4ABDE0-7C19-4FD3-82FC-B39E34C2813A}" destId="{D7F2C1B1-BD56-462E-A3C9-A3B73922D19C}" srcOrd="0" destOrd="0" presId="urn:microsoft.com/office/officeart/2005/8/layout/vProcess5"/>
    <dgm:cxn modelId="{6142AE1A-78AF-4B16-95CA-9D7AC073E413}" type="presOf" srcId="{FCFE38F2-B3B6-408E-888E-AE313009CD11}" destId="{D5E02A7C-471B-4B3D-B1C6-C92A9F991945}" srcOrd="0" destOrd="0" presId="urn:microsoft.com/office/officeart/2005/8/layout/vProcess5"/>
    <dgm:cxn modelId="{2BD1D320-D839-4AB6-A9BD-8F66946964B7}" srcId="{FCFE38F2-B3B6-408E-888E-AE313009CD11}" destId="{A24F873B-435B-4516-9B75-1AD630334172}" srcOrd="1" destOrd="0" parTransId="{2CA40D24-064A-436E-BFFF-FBC52DCEC785}" sibTransId="{60978E14-39E5-40AB-9F75-C46A151400DB}"/>
    <dgm:cxn modelId="{8FD81721-13CC-4074-AB46-71F839BD75BB}" srcId="{FCFE38F2-B3B6-408E-888E-AE313009CD11}" destId="{3C4ABDE0-7C19-4FD3-82FC-B39E34C2813A}" srcOrd="3" destOrd="0" parTransId="{C6404AB6-8202-47F7-BCFD-19D566B603EA}" sibTransId="{839B01BF-0C61-49CA-BABC-BE460E4C08F7}"/>
    <dgm:cxn modelId="{A0732661-C5F9-4B94-84A5-60B257B64910}" srcId="{FCFE38F2-B3B6-408E-888E-AE313009CD11}" destId="{65D08FE0-C578-4E4B-84A0-A85FF0AEB913}" srcOrd="0" destOrd="0" parTransId="{DD2E44CB-F085-4F2D-ADE5-B2F125771BA1}" sibTransId="{6274EB4C-479E-4D32-ABEC-331D35336639}"/>
    <dgm:cxn modelId="{0F2E5162-772A-41F3-A89C-5D2E2EBE11F3}" type="presOf" srcId="{65D08FE0-C578-4E4B-84A0-A85FF0AEB913}" destId="{D938278A-489A-4E7A-AE53-E70F2177800E}" srcOrd="1" destOrd="0" presId="urn:microsoft.com/office/officeart/2005/8/layout/vProcess5"/>
    <dgm:cxn modelId="{80212E7E-FA5B-4C36-A5B2-6D19BD89264C}" type="presOf" srcId="{60978E14-39E5-40AB-9F75-C46A151400DB}" destId="{E6542260-CEA1-4709-8FF3-1FDF2F9338C1}" srcOrd="0" destOrd="0" presId="urn:microsoft.com/office/officeart/2005/8/layout/vProcess5"/>
    <dgm:cxn modelId="{B6E15691-9F0F-42AE-8827-0CC522CFB5D6}" type="presOf" srcId="{A24F873B-435B-4516-9B75-1AD630334172}" destId="{CE14E457-B2D2-4560-AD66-55497A7C695A}" srcOrd="1" destOrd="0" presId="urn:microsoft.com/office/officeart/2005/8/layout/vProcess5"/>
    <dgm:cxn modelId="{09A88491-D3D5-4659-A7C9-C942677C9A64}" srcId="{FCFE38F2-B3B6-408E-888E-AE313009CD11}" destId="{6D481003-9E1A-48FD-AFC3-027F34539EE9}" srcOrd="2" destOrd="0" parTransId="{62CF00B9-8786-4337-A544-66E7D87C12F6}" sibTransId="{35B4D841-77B9-4DF1-9EBD-14337F7E1957}"/>
    <dgm:cxn modelId="{0F09309D-3071-458C-85EC-75E6CAEF67A6}" type="presOf" srcId="{A24F873B-435B-4516-9B75-1AD630334172}" destId="{281502AA-9F46-4293-A0CC-9D140C6A071E}" srcOrd="0" destOrd="0" presId="urn:microsoft.com/office/officeart/2005/8/layout/vProcess5"/>
    <dgm:cxn modelId="{1DFE0DB2-6A3F-4B7C-A4B4-F67CCE625AF1}" type="presOf" srcId="{6D481003-9E1A-48FD-AFC3-027F34539EE9}" destId="{B3C3D2F3-7079-4CF9-A492-91D88096F2B2}" srcOrd="1" destOrd="0" presId="urn:microsoft.com/office/officeart/2005/8/layout/vProcess5"/>
    <dgm:cxn modelId="{C20C54C3-91E1-4D7F-9252-295A8D99878C}" type="presOf" srcId="{6274EB4C-479E-4D32-ABEC-331D35336639}" destId="{0E62C903-BC90-49B7-AA50-5222F3EDB42D}" srcOrd="0" destOrd="0" presId="urn:microsoft.com/office/officeart/2005/8/layout/vProcess5"/>
    <dgm:cxn modelId="{DE053CC9-C54B-42E1-A2B2-2074DC18D144}" type="presOf" srcId="{65D08FE0-C578-4E4B-84A0-A85FF0AEB913}" destId="{7780565E-2B16-4AA6-B542-BB6A2DE0493A}" srcOrd="0" destOrd="0" presId="urn:microsoft.com/office/officeart/2005/8/layout/vProcess5"/>
    <dgm:cxn modelId="{F1BE7DEF-19AC-4495-A286-57701A0FE938}" type="presOf" srcId="{6D481003-9E1A-48FD-AFC3-027F34539EE9}" destId="{C06E83D4-E046-4F14-BE98-A64CED86122A}" srcOrd="0" destOrd="0" presId="urn:microsoft.com/office/officeart/2005/8/layout/vProcess5"/>
    <dgm:cxn modelId="{0C2CCBF6-DCCF-4523-999A-82B09FBC5CC5}" type="presOf" srcId="{35B4D841-77B9-4DF1-9EBD-14337F7E1957}" destId="{CE329300-9AB2-4419-A4D9-355FF67E0D47}" srcOrd="0" destOrd="0" presId="urn:microsoft.com/office/officeart/2005/8/layout/vProcess5"/>
    <dgm:cxn modelId="{634E16DA-28DF-43A2-BD85-BD09250941C7}" type="presParOf" srcId="{D5E02A7C-471B-4B3D-B1C6-C92A9F991945}" destId="{DA16CC4D-0D9D-4A11-BCB7-7624F2A9681B}" srcOrd="0" destOrd="0" presId="urn:microsoft.com/office/officeart/2005/8/layout/vProcess5"/>
    <dgm:cxn modelId="{81D0D742-E9A2-43F5-8B4A-B8AB19F64D1A}" type="presParOf" srcId="{D5E02A7C-471B-4B3D-B1C6-C92A9F991945}" destId="{7780565E-2B16-4AA6-B542-BB6A2DE0493A}" srcOrd="1" destOrd="0" presId="urn:microsoft.com/office/officeart/2005/8/layout/vProcess5"/>
    <dgm:cxn modelId="{2484D6E2-5534-4462-A691-EF5E0D66EABF}" type="presParOf" srcId="{D5E02A7C-471B-4B3D-B1C6-C92A9F991945}" destId="{281502AA-9F46-4293-A0CC-9D140C6A071E}" srcOrd="2" destOrd="0" presId="urn:microsoft.com/office/officeart/2005/8/layout/vProcess5"/>
    <dgm:cxn modelId="{9D0F23C1-A1DA-4CA4-8FB0-63A3D35C56B8}" type="presParOf" srcId="{D5E02A7C-471B-4B3D-B1C6-C92A9F991945}" destId="{C06E83D4-E046-4F14-BE98-A64CED86122A}" srcOrd="3" destOrd="0" presId="urn:microsoft.com/office/officeart/2005/8/layout/vProcess5"/>
    <dgm:cxn modelId="{32EEC19C-087B-459D-AF3D-4C25FE618589}" type="presParOf" srcId="{D5E02A7C-471B-4B3D-B1C6-C92A9F991945}" destId="{D7F2C1B1-BD56-462E-A3C9-A3B73922D19C}" srcOrd="4" destOrd="0" presId="urn:microsoft.com/office/officeart/2005/8/layout/vProcess5"/>
    <dgm:cxn modelId="{B937603B-1B5E-4E2E-A050-3BAA2C5D5BD7}" type="presParOf" srcId="{D5E02A7C-471B-4B3D-B1C6-C92A9F991945}" destId="{0E62C903-BC90-49B7-AA50-5222F3EDB42D}" srcOrd="5" destOrd="0" presId="urn:microsoft.com/office/officeart/2005/8/layout/vProcess5"/>
    <dgm:cxn modelId="{D09C50E1-299D-4AB7-9C1C-D1ABEEE16CA8}" type="presParOf" srcId="{D5E02A7C-471B-4B3D-B1C6-C92A9F991945}" destId="{E6542260-CEA1-4709-8FF3-1FDF2F9338C1}" srcOrd="6" destOrd="0" presId="urn:microsoft.com/office/officeart/2005/8/layout/vProcess5"/>
    <dgm:cxn modelId="{5CBDD074-B796-4188-85EE-BC2C9CCA2FCA}" type="presParOf" srcId="{D5E02A7C-471B-4B3D-B1C6-C92A9F991945}" destId="{CE329300-9AB2-4419-A4D9-355FF67E0D47}" srcOrd="7" destOrd="0" presId="urn:microsoft.com/office/officeart/2005/8/layout/vProcess5"/>
    <dgm:cxn modelId="{7EDF8927-8DEF-43A1-A37B-0BAD9AF8CEC1}" type="presParOf" srcId="{D5E02A7C-471B-4B3D-B1C6-C92A9F991945}" destId="{D938278A-489A-4E7A-AE53-E70F2177800E}" srcOrd="8" destOrd="0" presId="urn:microsoft.com/office/officeart/2005/8/layout/vProcess5"/>
    <dgm:cxn modelId="{A90974FD-867C-44CE-B12B-EB49EC0C3BC2}" type="presParOf" srcId="{D5E02A7C-471B-4B3D-B1C6-C92A9F991945}" destId="{CE14E457-B2D2-4560-AD66-55497A7C695A}" srcOrd="9" destOrd="0" presId="urn:microsoft.com/office/officeart/2005/8/layout/vProcess5"/>
    <dgm:cxn modelId="{0E410DF5-5613-40F1-8055-79154FE1E198}" type="presParOf" srcId="{D5E02A7C-471B-4B3D-B1C6-C92A9F991945}" destId="{B3C3D2F3-7079-4CF9-A492-91D88096F2B2}" srcOrd="10" destOrd="0" presId="urn:microsoft.com/office/officeart/2005/8/layout/vProcess5"/>
    <dgm:cxn modelId="{E6A3C45F-D125-4514-99A0-92F6BB4FAFEF}" type="presParOf" srcId="{D5E02A7C-471B-4B3D-B1C6-C92A9F991945}" destId="{9434E4FD-FE40-40B7-8C7F-3A514F8677E2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D449DB6-13B4-4197-8774-6EB191B30FA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A041FB8-CA65-4D05-9B16-A44CDBC76F28}">
      <dgm:prSet/>
      <dgm:spPr/>
      <dgm:t>
        <a:bodyPr/>
        <a:lstStyle/>
        <a:p>
          <a:r>
            <a:rPr lang="en-US"/>
            <a:t>Four models trained: Logistic Regression, Linear SVC, Random Forest, Gradient Boosting</a:t>
          </a:r>
        </a:p>
      </dgm:t>
    </dgm:pt>
    <dgm:pt modelId="{29313F65-68B5-4DFC-B031-2DC115367411}" type="parTrans" cxnId="{8BA78051-56EE-4DEC-88F9-F336D195A30D}">
      <dgm:prSet/>
      <dgm:spPr/>
      <dgm:t>
        <a:bodyPr/>
        <a:lstStyle/>
        <a:p>
          <a:endParaRPr lang="en-US"/>
        </a:p>
      </dgm:t>
    </dgm:pt>
    <dgm:pt modelId="{04C8B2D0-2782-41D3-AF55-2229A2CBF7D0}" type="sibTrans" cxnId="{8BA78051-56EE-4DEC-88F9-F336D195A30D}">
      <dgm:prSet/>
      <dgm:spPr/>
      <dgm:t>
        <a:bodyPr/>
        <a:lstStyle/>
        <a:p>
          <a:endParaRPr lang="en-US"/>
        </a:p>
      </dgm:t>
    </dgm:pt>
    <dgm:pt modelId="{D88A97D0-7E48-4D9F-B062-D1CC93C79325}">
      <dgm:prSet/>
      <dgm:spPr/>
      <dgm:t>
        <a:bodyPr/>
        <a:lstStyle/>
        <a:p>
          <a:r>
            <a:rPr lang="en-US"/>
            <a:t>All used the same TF-IDF pipeline for fairness</a:t>
          </a:r>
        </a:p>
      </dgm:t>
    </dgm:pt>
    <dgm:pt modelId="{65F5FDEE-CBAB-4C3D-A580-291E1BBF91D0}" type="parTrans" cxnId="{0CC3331C-7673-4558-983A-8320F1FC67EC}">
      <dgm:prSet/>
      <dgm:spPr/>
      <dgm:t>
        <a:bodyPr/>
        <a:lstStyle/>
        <a:p>
          <a:endParaRPr lang="en-US"/>
        </a:p>
      </dgm:t>
    </dgm:pt>
    <dgm:pt modelId="{5F313CF8-04A1-4B6A-B5DE-DC6CF467237B}" type="sibTrans" cxnId="{0CC3331C-7673-4558-983A-8320F1FC67EC}">
      <dgm:prSet/>
      <dgm:spPr/>
      <dgm:t>
        <a:bodyPr/>
        <a:lstStyle/>
        <a:p>
          <a:endParaRPr lang="en-US"/>
        </a:p>
      </dgm:t>
    </dgm:pt>
    <dgm:pt modelId="{001B7C75-5242-43A7-9E47-67E637322733}" type="pres">
      <dgm:prSet presAssocID="{FD449DB6-13B4-4197-8774-6EB191B30FAF}" presName="linear" presStyleCnt="0">
        <dgm:presLayoutVars>
          <dgm:animLvl val="lvl"/>
          <dgm:resizeHandles val="exact"/>
        </dgm:presLayoutVars>
      </dgm:prSet>
      <dgm:spPr/>
    </dgm:pt>
    <dgm:pt modelId="{DEC72C38-6382-4A77-9F5D-C74D7B797597}" type="pres">
      <dgm:prSet presAssocID="{1A041FB8-CA65-4D05-9B16-A44CDBC76F2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5C83B5D-EB42-4B1A-9DB3-B2B1A7A12067}" type="pres">
      <dgm:prSet presAssocID="{04C8B2D0-2782-41D3-AF55-2229A2CBF7D0}" presName="spacer" presStyleCnt="0"/>
      <dgm:spPr/>
    </dgm:pt>
    <dgm:pt modelId="{F370C7C2-7EB1-4D1F-9113-2095B9DE3B11}" type="pres">
      <dgm:prSet presAssocID="{D88A97D0-7E48-4D9F-B062-D1CC93C79325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0CC3331C-7673-4558-983A-8320F1FC67EC}" srcId="{FD449DB6-13B4-4197-8774-6EB191B30FAF}" destId="{D88A97D0-7E48-4D9F-B062-D1CC93C79325}" srcOrd="1" destOrd="0" parTransId="{65F5FDEE-CBAB-4C3D-A580-291E1BBF91D0}" sibTransId="{5F313CF8-04A1-4B6A-B5DE-DC6CF467237B}"/>
    <dgm:cxn modelId="{62EE3D5D-369B-4792-A727-1C869FD33AE4}" type="presOf" srcId="{D88A97D0-7E48-4D9F-B062-D1CC93C79325}" destId="{F370C7C2-7EB1-4D1F-9113-2095B9DE3B11}" srcOrd="0" destOrd="0" presId="urn:microsoft.com/office/officeart/2005/8/layout/vList2"/>
    <dgm:cxn modelId="{8BA78051-56EE-4DEC-88F9-F336D195A30D}" srcId="{FD449DB6-13B4-4197-8774-6EB191B30FAF}" destId="{1A041FB8-CA65-4D05-9B16-A44CDBC76F28}" srcOrd="0" destOrd="0" parTransId="{29313F65-68B5-4DFC-B031-2DC115367411}" sibTransId="{04C8B2D0-2782-41D3-AF55-2229A2CBF7D0}"/>
    <dgm:cxn modelId="{0A23459E-C89D-4417-8EA9-B6A1619D946E}" type="presOf" srcId="{1A041FB8-CA65-4D05-9B16-A44CDBC76F28}" destId="{DEC72C38-6382-4A77-9F5D-C74D7B797597}" srcOrd="0" destOrd="0" presId="urn:microsoft.com/office/officeart/2005/8/layout/vList2"/>
    <dgm:cxn modelId="{2EB3CCD0-E6B0-4657-9B9E-FC9386018B84}" type="presOf" srcId="{FD449DB6-13B4-4197-8774-6EB191B30FAF}" destId="{001B7C75-5242-43A7-9E47-67E637322733}" srcOrd="0" destOrd="0" presId="urn:microsoft.com/office/officeart/2005/8/layout/vList2"/>
    <dgm:cxn modelId="{E57AEA2F-16FD-4EDD-B351-5AEECF7D9F37}" type="presParOf" srcId="{001B7C75-5242-43A7-9E47-67E637322733}" destId="{DEC72C38-6382-4A77-9F5D-C74D7B797597}" srcOrd="0" destOrd="0" presId="urn:microsoft.com/office/officeart/2005/8/layout/vList2"/>
    <dgm:cxn modelId="{6AFB9A8C-2528-4D9D-AB24-037E74FC4826}" type="presParOf" srcId="{001B7C75-5242-43A7-9E47-67E637322733}" destId="{B5C83B5D-EB42-4B1A-9DB3-B2B1A7A12067}" srcOrd="1" destOrd="0" presId="urn:microsoft.com/office/officeart/2005/8/layout/vList2"/>
    <dgm:cxn modelId="{9972EF2F-7F41-4A01-9A25-70B631A7310F}" type="presParOf" srcId="{001B7C75-5242-43A7-9E47-67E637322733}" destId="{F370C7C2-7EB1-4D1F-9113-2095B9DE3B11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C0558DC-D7C4-404C-AFC0-98CD6E3686FF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F857EF8-BDF5-46DC-9FF6-2B62417B3A94}">
      <dgm:prSet/>
      <dgm:spPr/>
      <dgm:t>
        <a:bodyPr/>
        <a:lstStyle/>
        <a:p>
          <a:pPr>
            <a:defRPr cap="all"/>
          </a:pPr>
          <a:r>
            <a:rPr lang="en-US"/>
            <a:t>Best Model: Linear SVC</a:t>
          </a:r>
        </a:p>
      </dgm:t>
    </dgm:pt>
    <dgm:pt modelId="{CFE7B3A7-5A22-433D-969F-05325F1038B3}" type="parTrans" cxnId="{91AA435D-3FE4-4753-9A87-AF4487697FE5}">
      <dgm:prSet/>
      <dgm:spPr/>
      <dgm:t>
        <a:bodyPr/>
        <a:lstStyle/>
        <a:p>
          <a:endParaRPr lang="en-US"/>
        </a:p>
      </dgm:t>
    </dgm:pt>
    <dgm:pt modelId="{8B20CD8D-B8EA-4310-B0EC-B56271C0347A}" type="sibTrans" cxnId="{91AA435D-3FE4-4753-9A87-AF4487697FE5}">
      <dgm:prSet/>
      <dgm:spPr/>
      <dgm:t>
        <a:bodyPr/>
        <a:lstStyle/>
        <a:p>
          <a:endParaRPr lang="en-US"/>
        </a:p>
      </dgm:t>
    </dgm:pt>
    <dgm:pt modelId="{57D81B91-A99E-44C9-8DCC-0B07723423D8}">
      <dgm:prSet/>
      <dgm:spPr/>
      <dgm:t>
        <a:bodyPr/>
        <a:lstStyle/>
        <a:p>
          <a:pPr>
            <a:defRPr cap="all"/>
          </a:pPr>
          <a:r>
            <a:rPr lang="en-US"/>
            <a:t>Highest accuracy and best metrics for minority classes</a:t>
          </a:r>
        </a:p>
      </dgm:t>
    </dgm:pt>
    <dgm:pt modelId="{8328147A-1A98-4C3E-9B50-ED462E707135}" type="parTrans" cxnId="{06655B80-76A0-44F6-ACE7-E3D9CB2477FF}">
      <dgm:prSet/>
      <dgm:spPr/>
      <dgm:t>
        <a:bodyPr/>
        <a:lstStyle/>
        <a:p>
          <a:endParaRPr lang="en-US"/>
        </a:p>
      </dgm:t>
    </dgm:pt>
    <dgm:pt modelId="{301C83FD-6B05-4E89-AE73-9FAF95D94D17}" type="sibTrans" cxnId="{06655B80-76A0-44F6-ACE7-E3D9CB2477FF}">
      <dgm:prSet/>
      <dgm:spPr/>
      <dgm:t>
        <a:bodyPr/>
        <a:lstStyle/>
        <a:p>
          <a:endParaRPr lang="en-US"/>
        </a:p>
      </dgm:t>
    </dgm:pt>
    <dgm:pt modelId="{12E299E0-B4BE-46FC-99D0-FD949FC4DA10}">
      <dgm:prSet/>
      <dgm:spPr/>
      <dgm:t>
        <a:bodyPr/>
        <a:lstStyle/>
        <a:p>
          <a:pPr>
            <a:defRPr cap="all"/>
          </a:pPr>
          <a:r>
            <a:rPr lang="en-US"/>
            <a:t>Fast training and inference, robust for sparse text data</a:t>
          </a:r>
        </a:p>
      </dgm:t>
    </dgm:pt>
    <dgm:pt modelId="{A90448AC-812C-46A8-BC3E-1E97E5258B33}" type="parTrans" cxnId="{C73809AC-EF7A-4620-9DA7-A0F0B39356F9}">
      <dgm:prSet/>
      <dgm:spPr/>
      <dgm:t>
        <a:bodyPr/>
        <a:lstStyle/>
        <a:p>
          <a:endParaRPr lang="en-US"/>
        </a:p>
      </dgm:t>
    </dgm:pt>
    <dgm:pt modelId="{0D39636A-B5FE-45A4-BCD4-A594718BC777}" type="sibTrans" cxnId="{C73809AC-EF7A-4620-9DA7-A0F0B39356F9}">
      <dgm:prSet/>
      <dgm:spPr/>
      <dgm:t>
        <a:bodyPr/>
        <a:lstStyle/>
        <a:p>
          <a:endParaRPr lang="en-US"/>
        </a:p>
      </dgm:t>
    </dgm:pt>
    <dgm:pt modelId="{845F81F6-6D07-49A6-809D-F9B06B8BF2B4}">
      <dgm:prSet/>
      <dgm:spPr/>
      <dgm:t>
        <a:bodyPr/>
        <a:lstStyle/>
        <a:p>
          <a:pPr>
            <a:defRPr cap="all"/>
          </a:pPr>
          <a:r>
            <a:rPr lang="en-US"/>
            <a:t>Model saved as: best_twitter_airline_model_LinearSVC.joblib</a:t>
          </a:r>
        </a:p>
      </dgm:t>
    </dgm:pt>
    <dgm:pt modelId="{9C4BB03F-94B8-4D34-B0E6-CEE17C359A9A}" type="parTrans" cxnId="{EDBF09F7-3FBB-48AB-A2C5-447F59D5332F}">
      <dgm:prSet/>
      <dgm:spPr/>
      <dgm:t>
        <a:bodyPr/>
        <a:lstStyle/>
        <a:p>
          <a:endParaRPr lang="en-US"/>
        </a:p>
      </dgm:t>
    </dgm:pt>
    <dgm:pt modelId="{205E812C-2317-4662-AF8E-E2FD0F0C6187}" type="sibTrans" cxnId="{EDBF09F7-3FBB-48AB-A2C5-447F59D5332F}">
      <dgm:prSet/>
      <dgm:spPr/>
      <dgm:t>
        <a:bodyPr/>
        <a:lstStyle/>
        <a:p>
          <a:endParaRPr lang="en-US"/>
        </a:p>
      </dgm:t>
    </dgm:pt>
    <dgm:pt modelId="{2F58AA66-C2DA-473B-BB0E-2972793B82AA}" type="pres">
      <dgm:prSet presAssocID="{0C0558DC-D7C4-404C-AFC0-98CD6E3686FF}" presName="root" presStyleCnt="0">
        <dgm:presLayoutVars>
          <dgm:dir/>
          <dgm:resizeHandles val="exact"/>
        </dgm:presLayoutVars>
      </dgm:prSet>
      <dgm:spPr/>
    </dgm:pt>
    <dgm:pt modelId="{1B22036F-1CA7-49CD-AA0C-CADE1804E9F2}" type="pres">
      <dgm:prSet presAssocID="{3F857EF8-BDF5-46DC-9FF6-2B62417B3A94}" presName="compNode" presStyleCnt="0"/>
      <dgm:spPr/>
    </dgm:pt>
    <dgm:pt modelId="{1D4594DD-3527-455B-8444-331EE1BCFE5F}" type="pres">
      <dgm:prSet presAssocID="{3F857EF8-BDF5-46DC-9FF6-2B62417B3A94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85E2297E-F5B5-4916-A9E6-C64EFB9D6208}" type="pres">
      <dgm:prSet presAssocID="{3F857EF8-BDF5-46DC-9FF6-2B62417B3A9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awl"/>
        </a:ext>
      </dgm:extLst>
    </dgm:pt>
    <dgm:pt modelId="{E1E90575-656E-4FBF-BEC6-77DD9F26A11C}" type="pres">
      <dgm:prSet presAssocID="{3F857EF8-BDF5-46DC-9FF6-2B62417B3A94}" presName="spaceRect" presStyleCnt="0"/>
      <dgm:spPr/>
    </dgm:pt>
    <dgm:pt modelId="{14F74355-1C8E-48EB-B157-B062E0D23A8E}" type="pres">
      <dgm:prSet presAssocID="{3F857EF8-BDF5-46DC-9FF6-2B62417B3A94}" presName="textRect" presStyleLbl="revTx" presStyleIdx="0" presStyleCnt="4">
        <dgm:presLayoutVars>
          <dgm:chMax val="1"/>
          <dgm:chPref val="1"/>
        </dgm:presLayoutVars>
      </dgm:prSet>
      <dgm:spPr/>
    </dgm:pt>
    <dgm:pt modelId="{AC469FC4-0053-4C7D-AFDC-2F1069FF2A26}" type="pres">
      <dgm:prSet presAssocID="{8B20CD8D-B8EA-4310-B0EC-B56271C0347A}" presName="sibTrans" presStyleCnt="0"/>
      <dgm:spPr/>
    </dgm:pt>
    <dgm:pt modelId="{41D97915-2230-46E4-812F-F515781BE67D}" type="pres">
      <dgm:prSet presAssocID="{57D81B91-A99E-44C9-8DCC-0B07723423D8}" presName="compNode" presStyleCnt="0"/>
      <dgm:spPr/>
    </dgm:pt>
    <dgm:pt modelId="{5BBAD668-C041-4234-BC69-EB0C5019F0ED}" type="pres">
      <dgm:prSet presAssocID="{57D81B91-A99E-44C9-8DCC-0B07723423D8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CE730FCE-1CE0-48BB-AD67-E5E5C3493ADE}" type="pres">
      <dgm:prSet presAssocID="{57D81B91-A99E-44C9-8DCC-0B07723423D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64104477-67E1-4975-846B-511AE98B2596}" type="pres">
      <dgm:prSet presAssocID="{57D81B91-A99E-44C9-8DCC-0B07723423D8}" presName="spaceRect" presStyleCnt="0"/>
      <dgm:spPr/>
    </dgm:pt>
    <dgm:pt modelId="{CDAC3707-C4EC-44FC-A484-989147DAA935}" type="pres">
      <dgm:prSet presAssocID="{57D81B91-A99E-44C9-8DCC-0B07723423D8}" presName="textRect" presStyleLbl="revTx" presStyleIdx="1" presStyleCnt="4">
        <dgm:presLayoutVars>
          <dgm:chMax val="1"/>
          <dgm:chPref val="1"/>
        </dgm:presLayoutVars>
      </dgm:prSet>
      <dgm:spPr/>
    </dgm:pt>
    <dgm:pt modelId="{10653C16-1F80-4348-A5DC-E79850055BBF}" type="pres">
      <dgm:prSet presAssocID="{301C83FD-6B05-4E89-AE73-9FAF95D94D17}" presName="sibTrans" presStyleCnt="0"/>
      <dgm:spPr/>
    </dgm:pt>
    <dgm:pt modelId="{A26BC295-E89D-4890-BB56-26E1F5ACE05A}" type="pres">
      <dgm:prSet presAssocID="{12E299E0-B4BE-46FC-99D0-FD949FC4DA10}" presName="compNode" presStyleCnt="0"/>
      <dgm:spPr/>
    </dgm:pt>
    <dgm:pt modelId="{A9CDFB86-09E2-4669-904B-D6764AEBEEA4}" type="pres">
      <dgm:prSet presAssocID="{12E299E0-B4BE-46FC-99D0-FD949FC4DA10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7F49735B-CD85-4C8D-A0AB-24CBFA1E60E3}" type="pres">
      <dgm:prSet presAssocID="{12E299E0-B4BE-46FC-99D0-FD949FC4DA1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948DA43D-4FA0-4D30-8AAC-584E495E70D6}" type="pres">
      <dgm:prSet presAssocID="{12E299E0-B4BE-46FC-99D0-FD949FC4DA10}" presName="spaceRect" presStyleCnt="0"/>
      <dgm:spPr/>
    </dgm:pt>
    <dgm:pt modelId="{EDE5686F-3946-4D3B-A51A-8482EA0E693B}" type="pres">
      <dgm:prSet presAssocID="{12E299E0-B4BE-46FC-99D0-FD949FC4DA10}" presName="textRect" presStyleLbl="revTx" presStyleIdx="2" presStyleCnt="4">
        <dgm:presLayoutVars>
          <dgm:chMax val="1"/>
          <dgm:chPref val="1"/>
        </dgm:presLayoutVars>
      </dgm:prSet>
      <dgm:spPr/>
    </dgm:pt>
    <dgm:pt modelId="{ABEF7985-DAAA-4415-9D32-152650D7BC75}" type="pres">
      <dgm:prSet presAssocID="{0D39636A-B5FE-45A4-BCD4-A594718BC777}" presName="sibTrans" presStyleCnt="0"/>
      <dgm:spPr/>
    </dgm:pt>
    <dgm:pt modelId="{49BBAEBC-2F3A-4225-9117-7A5B1B5D7844}" type="pres">
      <dgm:prSet presAssocID="{845F81F6-6D07-49A6-809D-F9B06B8BF2B4}" presName="compNode" presStyleCnt="0"/>
      <dgm:spPr/>
    </dgm:pt>
    <dgm:pt modelId="{6CCB4F69-77FC-4CCB-A5FD-3D5E1D6B0E42}" type="pres">
      <dgm:prSet presAssocID="{845F81F6-6D07-49A6-809D-F9B06B8BF2B4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94A91BF1-C442-49D1-9013-19B4D317B45F}" type="pres">
      <dgm:prSet presAssocID="{845F81F6-6D07-49A6-809D-F9B06B8BF2B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EB9E8C62-1C66-44B4-B005-9840072C1AB7}" type="pres">
      <dgm:prSet presAssocID="{845F81F6-6D07-49A6-809D-F9B06B8BF2B4}" presName="spaceRect" presStyleCnt="0"/>
      <dgm:spPr/>
    </dgm:pt>
    <dgm:pt modelId="{AB64425E-E407-4AF0-86D5-F46EB2E490D8}" type="pres">
      <dgm:prSet presAssocID="{845F81F6-6D07-49A6-809D-F9B06B8BF2B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0B01A07-2699-4311-84C4-55808B7FDF67}" type="presOf" srcId="{12E299E0-B4BE-46FC-99D0-FD949FC4DA10}" destId="{EDE5686F-3946-4D3B-A51A-8482EA0E693B}" srcOrd="0" destOrd="0" presId="urn:microsoft.com/office/officeart/2018/5/layout/IconLeafLabelList"/>
    <dgm:cxn modelId="{BD3A713A-6CA9-489A-969E-9494CB5CBED1}" type="presOf" srcId="{0C0558DC-D7C4-404C-AFC0-98CD6E3686FF}" destId="{2F58AA66-C2DA-473B-BB0E-2972793B82AA}" srcOrd="0" destOrd="0" presId="urn:microsoft.com/office/officeart/2018/5/layout/IconLeafLabelList"/>
    <dgm:cxn modelId="{91AA435D-3FE4-4753-9A87-AF4487697FE5}" srcId="{0C0558DC-D7C4-404C-AFC0-98CD6E3686FF}" destId="{3F857EF8-BDF5-46DC-9FF6-2B62417B3A94}" srcOrd="0" destOrd="0" parTransId="{CFE7B3A7-5A22-433D-969F-05325F1038B3}" sibTransId="{8B20CD8D-B8EA-4310-B0EC-B56271C0347A}"/>
    <dgm:cxn modelId="{06655B80-76A0-44F6-ACE7-E3D9CB2477FF}" srcId="{0C0558DC-D7C4-404C-AFC0-98CD6E3686FF}" destId="{57D81B91-A99E-44C9-8DCC-0B07723423D8}" srcOrd="1" destOrd="0" parTransId="{8328147A-1A98-4C3E-9B50-ED462E707135}" sibTransId="{301C83FD-6B05-4E89-AE73-9FAF95D94D17}"/>
    <dgm:cxn modelId="{B0FEC18A-0A7A-4C59-A82C-3918012E2281}" type="presOf" srcId="{57D81B91-A99E-44C9-8DCC-0B07723423D8}" destId="{CDAC3707-C4EC-44FC-A484-989147DAA935}" srcOrd="0" destOrd="0" presId="urn:microsoft.com/office/officeart/2018/5/layout/IconLeafLabelList"/>
    <dgm:cxn modelId="{C73809AC-EF7A-4620-9DA7-A0F0B39356F9}" srcId="{0C0558DC-D7C4-404C-AFC0-98CD6E3686FF}" destId="{12E299E0-B4BE-46FC-99D0-FD949FC4DA10}" srcOrd="2" destOrd="0" parTransId="{A90448AC-812C-46A8-BC3E-1E97E5258B33}" sibTransId="{0D39636A-B5FE-45A4-BCD4-A594718BC777}"/>
    <dgm:cxn modelId="{49DCCDCA-27CE-4B63-82CE-A3353AF18E75}" type="presOf" srcId="{845F81F6-6D07-49A6-809D-F9B06B8BF2B4}" destId="{AB64425E-E407-4AF0-86D5-F46EB2E490D8}" srcOrd="0" destOrd="0" presId="urn:microsoft.com/office/officeart/2018/5/layout/IconLeafLabelList"/>
    <dgm:cxn modelId="{60F73AD7-5F24-43D6-9A2D-67AEC14E869A}" type="presOf" srcId="{3F857EF8-BDF5-46DC-9FF6-2B62417B3A94}" destId="{14F74355-1C8E-48EB-B157-B062E0D23A8E}" srcOrd="0" destOrd="0" presId="urn:microsoft.com/office/officeart/2018/5/layout/IconLeafLabelList"/>
    <dgm:cxn modelId="{EDBF09F7-3FBB-48AB-A2C5-447F59D5332F}" srcId="{0C0558DC-D7C4-404C-AFC0-98CD6E3686FF}" destId="{845F81F6-6D07-49A6-809D-F9B06B8BF2B4}" srcOrd="3" destOrd="0" parTransId="{9C4BB03F-94B8-4D34-B0E6-CEE17C359A9A}" sibTransId="{205E812C-2317-4662-AF8E-E2FD0F0C6187}"/>
    <dgm:cxn modelId="{ED4F6AB9-BAB3-45C1-870F-27FA952D5288}" type="presParOf" srcId="{2F58AA66-C2DA-473B-BB0E-2972793B82AA}" destId="{1B22036F-1CA7-49CD-AA0C-CADE1804E9F2}" srcOrd="0" destOrd="0" presId="urn:microsoft.com/office/officeart/2018/5/layout/IconLeafLabelList"/>
    <dgm:cxn modelId="{7984E06A-C42A-443B-9E03-4F2EBC218712}" type="presParOf" srcId="{1B22036F-1CA7-49CD-AA0C-CADE1804E9F2}" destId="{1D4594DD-3527-455B-8444-331EE1BCFE5F}" srcOrd="0" destOrd="0" presId="urn:microsoft.com/office/officeart/2018/5/layout/IconLeafLabelList"/>
    <dgm:cxn modelId="{3CE929EA-09A1-4568-A0D5-835A90C62C78}" type="presParOf" srcId="{1B22036F-1CA7-49CD-AA0C-CADE1804E9F2}" destId="{85E2297E-F5B5-4916-A9E6-C64EFB9D6208}" srcOrd="1" destOrd="0" presId="urn:microsoft.com/office/officeart/2018/5/layout/IconLeafLabelList"/>
    <dgm:cxn modelId="{3649A81E-F7A3-4E51-A1EC-9A83FF01587A}" type="presParOf" srcId="{1B22036F-1CA7-49CD-AA0C-CADE1804E9F2}" destId="{E1E90575-656E-4FBF-BEC6-77DD9F26A11C}" srcOrd="2" destOrd="0" presId="urn:microsoft.com/office/officeart/2018/5/layout/IconLeafLabelList"/>
    <dgm:cxn modelId="{57105500-E258-4837-A1B1-92A635880C73}" type="presParOf" srcId="{1B22036F-1CA7-49CD-AA0C-CADE1804E9F2}" destId="{14F74355-1C8E-48EB-B157-B062E0D23A8E}" srcOrd="3" destOrd="0" presId="urn:microsoft.com/office/officeart/2018/5/layout/IconLeafLabelList"/>
    <dgm:cxn modelId="{C1DB9719-96A6-4C99-ACBB-D415CF4047A5}" type="presParOf" srcId="{2F58AA66-C2DA-473B-BB0E-2972793B82AA}" destId="{AC469FC4-0053-4C7D-AFDC-2F1069FF2A26}" srcOrd="1" destOrd="0" presId="urn:microsoft.com/office/officeart/2018/5/layout/IconLeafLabelList"/>
    <dgm:cxn modelId="{F9F05A76-4738-41A4-BCC0-2BC5478B111C}" type="presParOf" srcId="{2F58AA66-C2DA-473B-BB0E-2972793B82AA}" destId="{41D97915-2230-46E4-812F-F515781BE67D}" srcOrd="2" destOrd="0" presId="urn:microsoft.com/office/officeart/2018/5/layout/IconLeafLabelList"/>
    <dgm:cxn modelId="{BAB0F49B-DEB4-4CAC-B3F8-91F2A947B2BC}" type="presParOf" srcId="{41D97915-2230-46E4-812F-F515781BE67D}" destId="{5BBAD668-C041-4234-BC69-EB0C5019F0ED}" srcOrd="0" destOrd="0" presId="urn:microsoft.com/office/officeart/2018/5/layout/IconLeafLabelList"/>
    <dgm:cxn modelId="{F2969A94-6EDB-4910-B2F8-9CEA1A744EFC}" type="presParOf" srcId="{41D97915-2230-46E4-812F-F515781BE67D}" destId="{CE730FCE-1CE0-48BB-AD67-E5E5C3493ADE}" srcOrd="1" destOrd="0" presId="urn:microsoft.com/office/officeart/2018/5/layout/IconLeafLabelList"/>
    <dgm:cxn modelId="{BFC388FE-9D5C-4FE8-A9AE-D98C49A14ED9}" type="presParOf" srcId="{41D97915-2230-46E4-812F-F515781BE67D}" destId="{64104477-67E1-4975-846B-511AE98B2596}" srcOrd="2" destOrd="0" presId="urn:microsoft.com/office/officeart/2018/5/layout/IconLeafLabelList"/>
    <dgm:cxn modelId="{EB2E3215-CCEB-451E-8062-A03E395BD79F}" type="presParOf" srcId="{41D97915-2230-46E4-812F-F515781BE67D}" destId="{CDAC3707-C4EC-44FC-A484-989147DAA935}" srcOrd="3" destOrd="0" presId="urn:microsoft.com/office/officeart/2018/5/layout/IconLeafLabelList"/>
    <dgm:cxn modelId="{B07773ED-A7D4-4402-B193-29ED5B8F1CC8}" type="presParOf" srcId="{2F58AA66-C2DA-473B-BB0E-2972793B82AA}" destId="{10653C16-1F80-4348-A5DC-E79850055BBF}" srcOrd="3" destOrd="0" presId="urn:microsoft.com/office/officeart/2018/5/layout/IconLeafLabelList"/>
    <dgm:cxn modelId="{C56F4006-B092-4154-8890-71565D6A6C6E}" type="presParOf" srcId="{2F58AA66-C2DA-473B-BB0E-2972793B82AA}" destId="{A26BC295-E89D-4890-BB56-26E1F5ACE05A}" srcOrd="4" destOrd="0" presId="urn:microsoft.com/office/officeart/2018/5/layout/IconLeafLabelList"/>
    <dgm:cxn modelId="{7AE808AE-3680-448A-8EBD-C81FFEF77122}" type="presParOf" srcId="{A26BC295-E89D-4890-BB56-26E1F5ACE05A}" destId="{A9CDFB86-09E2-4669-904B-D6764AEBEEA4}" srcOrd="0" destOrd="0" presId="urn:microsoft.com/office/officeart/2018/5/layout/IconLeafLabelList"/>
    <dgm:cxn modelId="{EC246A7B-E289-46C2-A046-96932A1B0A4E}" type="presParOf" srcId="{A26BC295-E89D-4890-BB56-26E1F5ACE05A}" destId="{7F49735B-CD85-4C8D-A0AB-24CBFA1E60E3}" srcOrd="1" destOrd="0" presId="urn:microsoft.com/office/officeart/2018/5/layout/IconLeafLabelList"/>
    <dgm:cxn modelId="{8FA21535-9746-4251-87D9-E1CECAD0A3C3}" type="presParOf" srcId="{A26BC295-E89D-4890-BB56-26E1F5ACE05A}" destId="{948DA43D-4FA0-4D30-8AAC-584E495E70D6}" srcOrd="2" destOrd="0" presId="urn:microsoft.com/office/officeart/2018/5/layout/IconLeafLabelList"/>
    <dgm:cxn modelId="{87333292-EEAF-455E-9A61-C5441C26AED6}" type="presParOf" srcId="{A26BC295-E89D-4890-BB56-26E1F5ACE05A}" destId="{EDE5686F-3946-4D3B-A51A-8482EA0E693B}" srcOrd="3" destOrd="0" presId="urn:microsoft.com/office/officeart/2018/5/layout/IconLeafLabelList"/>
    <dgm:cxn modelId="{C501D553-1CC5-43D3-9012-FB9FBBBD13F5}" type="presParOf" srcId="{2F58AA66-C2DA-473B-BB0E-2972793B82AA}" destId="{ABEF7985-DAAA-4415-9D32-152650D7BC75}" srcOrd="5" destOrd="0" presId="urn:microsoft.com/office/officeart/2018/5/layout/IconLeafLabelList"/>
    <dgm:cxn modelId="{21429153-FFB4-4738-8148-14065C48C1EC}" type="presParOf" srcId="{2F58AA66-C2DA-473B-BB0E-2972793B82AA}" destId="{49BBAEBC-2F3A-4225-9117-7A5B1B5D7844}" srcOrd="6" destOrd="0" presId="urn:microsoft.com/office/officeart/2018/5/layout/IconLeafLabelList"/>
    <dgm:cxn modelId="{35E66CC0-A5DE-40E7-A262-CE7EE4561C24}" type="presParOf" srcId="{49BBAEBC-2F3A-4225-9117-7A5B1B5D7844}" destId="{6CCB4F69-77FC-4CCB-A5FD-3D5E1D6B0E42}" srcOrd="0" destOrd="0" presId="urn:microsoft.com/office/officeart/2018/5/layout/IconLeafLabelList"/>
    <dgm:cxn modelId="{56AE3AE1-46A5-40AB-8B97-7AC37BBDD3FE}" type="presParOf" srcId="{49BBAEBC-2F3A-4225-9117-7A5B1B5D7844}" destId="{94A91BF1-C442-49D1-9013-19B4D317B45F}" srcOrd="1" destOrd="0" presId="urn:microsoft.com/office/officeart/2018/5/layout/IconLeafLabelList"/>
    <dgm:cxn modelId="{E247580C-3A64-49C4-9966-8E21F2DE4C12}" type="presParOf" srcId="{49BBAEBC-2F3A-4225-9117-7A5B1B5D7844}" destId="{EB9E8C62-1C66-44B4-B005-9840072C1AB7}" srcOrd="2" destOrd="0" presId="urn:microsoft.com/office/officeart/2018/5/layout/IconLeafLabelList"/>
    <dgm:cxn modelId="{BF3AE95A-191F-452E-BF84-29B64E7D09A6}" type="presParOf" srcId="{49BBAEBC-2F3A-4225-9117-7A5B1B5D7844}" destId="{AB64425E-E407-4AF0-86D5-F46EB2E490D8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BF88238-66CF-492C-8EAA-A13472FA2F3C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CFB01F0-FFD3-4540-880E-D23E22430020}">
      <dgm:prSet/>
      <dgm:spPr/>
      <dgm:t>
        <a:bodyPr/>
        <a:lstStyle/>
        <a:p>
          <a:r>
            <a:rPr lang="en-US"/>
            <a:t>High precision in identifying negative sentiment</a:t>
          </a:r>
        </a:p>
      </dgm:t>
    </dgm:pt>
    <dgm:pt modelId="{1D4CB263-15BB-4B89-9B04-727D0AE9330D}" type="parTrans" cxnId="{325D72E6-BAF1-497F-A740-1B4E2C5803D8}">
      <dgm:prSet/>
      <dgm:spPr/>
      <dgm:t>
        <a:bodyPr/>
        <a:lstStyle/>
        <a:p>
          <a:endParaRPr lang="en-US"/>
        </a:p>
      </dgm:t>
    </dgm:pt>
    <dgm:pt modelId="{B0A4F049-7AFD-46AC-9A21-F630E77C00FE}" type="sibTrans" cxnId="{325D72E6-BAF1-497F-A740-1B4E2C5803D8}">
      <dgm:prSet/>
      <dgm:spPr/>
      <dgm:t>
        <a:bodyPr/>
        <a:lstStyle/>
        <a:p>
          <a:endParaRPr lang="en-US"/>
        </a:p>
      </dgm:t>
    </dgm:pt>
    <dgm:pt modelId="{937F1A76-0F9B-47BD-9D04-0E6778C6A8D6}">
      <dgm:prSet/>
      <dgm:spPr/>
      <dgm:t>
        <a:bodyPr/>
        <a:lstStyle/>
        <a:p>
          <a:r>
            <a:rPr lang="en-US"/>
            <a:t>Enables early detection of dissatisfaction, prioritization of support, and real-time monitoring</a:t>
          </a:r>
        </a:p>
      </dgm:t>
    </dgm:pt>
    <dgm:pt modelId="{8EDC013A-3AD8-4C68-A511-4E5B1637B585}" type="parTrans" cxnId="{25C83872-9E33-4F4D-ABA5-66508651A2B1}">
      <dgm:prSet/>
      <dgm:spPr/>
      <dgm:t>
        <a:bodyPr/>
        <a:lstStyle/>
        <a:p>
          <a:endParaRPr lang="en-US"/>
        </a:p>
      </dgm:t>
    </dgm:pt>
    <dgm:pt modelId="{F3A83A48-47EB-4D6C-A813-6557C29224BD}" type="sibTrans" cxnId="{25C83872-9E33-4F4D-ABA5-66508651A2B1}">
      <dgm:prSet/>
      <dgm:spPr/>
      <dgm:t>
        <a:bodyPr/>
        <a:lstStyle/>
        <a:p>
          <a:endParaRPr lang="en-US"/>
        </a:p>
      </dgm:t>
    </dgm:pt>
    <dgm:pt modelId="{1AD0E101-C6B7-4BC4-8F07-E6CE36166FC4}">
      <dgm:prSet/>
      <dgm:spPr/>
      <dgm:t>
        <a:bodyPr/>
        <a:lstStyle/>
        <a:p>
          <a:r>
            <a:rPr lang="en-US"/>
            <a:t>Some confusion between neutral and negative due to linguistic ambiguity</a:t>
          </a:r>
        </a:p>
      </dgm:t>
    </dgm:pt>
    <dgm:pt modelId="{0989611F-7D71-49FB-88F3-4A5E5AC625EF}" type="parTrans" cxnId="{ED618FF6-149E-4893-A157-42256B107E42}">
      <dgm:prSet/>
      <dgm:spPr/>
      <dgm:t>
        <a:bodyPr/>
        <a:lstStyle/>
        <a:p>
          <a:endParaRPr lang="en-US"/>
        </a:p>
      </dgm:t>
    </dgm:pt>
    <dgm:pt modelId="{97C97CBF-6726-4AA3-AC28-D7FE53658A53}" type="sibTrans" cxnId="{ED618FF6-149E-4893-A157-42256B107E42}">
      <dgm:prSet/>
      <dgm:spPr/>
      <dgm:t>
        <a:bodyPr/>
        <a:lstStyle/>
        <a:p>
          <a:endParaRPr lang="en-US"/>
        </a:p>
      </dgm:t>
    </dgm:pt>
    <dgm:pt modelId="{A7C3C655-3E34-4AFF-8075-11A313502DFC}" type="pres">
      <dgm:prSet presAssocID="{1BF88238-66CF-492C-8EAA-A13472FA2F3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90E8610-BF87-49EF-937F-41AF0C4B84B0}" type="pres">
      <dgm:prSet presAssocID="{2CFB01F0-FFD3-4540-880E-D23E22430020}" presName="hierRoot1" presStyleCnt="0"/>
      <dgm:spPr/>
    </dgm:pt>
    <dgm:pt modelId="{2E70D88D-5D58-43E1-A467-714EB2355BAA}" type="pres">
      <dgm:prSet presAssocID="{2CFB01F0-FFD3-4540-880E-D23E22430020}" presName="composite" presStyleCnt="0"/>
      <dgm:spPr/>
    </dgm:pt>
    <dgm:pt modelId="{86F3DAA3-B262-4BC6-B415-41766FA63328}" type="pres">
      <dgm:prSet presAssocID="{2CFB01F0-FFD3-4540-880E-D23E22430020}" presName="background" presStyleLbl="node0" presStyleIdx="0" presStyleCnt="3"/>
      <dgm:spPr/>
    </dgm:pt>
    <dgm:pt modelId="{A76B153E-D92D-473E-B901-9AF83F291E8E}" type="pres">
      <dgm:prSet presAssocID="{2CFB01F0-FFD3-4540-880E-D23E22430020}" presName="text" presStyleLbl="fgAcc0" presStyleIdx="0" presStyleCnt="3">
        <dgm:presLayoutVars>
          <dgm:chPref val="3"/>
        </dgm:presLayoutVars>
      </dgm:prSet>
      <dgm:spPr/>
    </dgm:pt>
    <dgm:pt modelId="{B7261E14-C53D-448A-9E3E-75667A371CE0}" type="pres">
      <dgm:prSet presAssocID="{2CFB01F0-FFD3-4540-880E-D23E22430020}" presName="hierChild2" presStyleCnt="0"/>
      <dgm:spPr/>
    </dgm:pt>
    <dgm:pt modelId="{93A00B65-5C5C-447E-B826-DFAC881E3DF0}" type="pres">
      <dgm:prSet presAssocID="{937F1A76-0F9B-47BD-9D04-0E6778C6A8D6}" presName="hierRoot1" presStyleCnt="0"/>
      <dgm:spPr/>
    </dgm:pt>
    <dgm:pt modelId="{B04DEE22-6CDB-44D2-ABB5-E1D606C6D440}" type="pres">
      <dgm:prSet presAssocID="{937F1A76-0F9B-47BD-9D04-0E6778C6A8D6}" presName="composite" presStyleCnt="0"/>
      <dgm:spPr/>
    </dgm:pt>
    <dgm:pt modelId="{B6358712-CF52-4E36-BA0A-FE6FF93EE790}" type="pres">
      <dgm:prSet presAssocID="{937F1A76-0F9B-47BD-9D04-0E6778C6A8D6}" presName="background" presStyleLbl="node0" presStyleIdx="1" presStyleCnt="3"/>
      <dgm:spPr/>
    </dgm:pt>
    <dgm:pt modelId="{ED6B01B4-3F7B-4440-B346-4DB8595668E1}" type="pres">
      <dgm:prSet presAssocID="{937F1A76-0F9B-47BD-9D04-0E6778C6A8D6}" presName="text" presStyleLbl="fgAcc0" presStyleIdx="1" presStyleCnt="3">
        <dgm:presLayoutVars>
          <dgm:chPref val="3"/>
        </dgm:presLayoutVars>
      </dgm:prSet>
      <dgm:spPr/>
    </dgm:pt>
    <dgm:pt modelId="{45590FFB-F0C0-4F29-BB60-02D74E781F47}" type="pres">
      <dgm:prSet presAssocID="{937F1A76-0F9B-47BD-9D04-0E6778C6A8D6}" presName="hierChild2" presStyleCnt="0"/>
      <dgm:spPr/>
    </dgm:pt>
    <dgm:pt modelId="{A74A5E5D-8537-4C7D-8420-6EA98FA4CF81}" type="pres">
      <dgm:prSet presAssocID="{1AD0E101-C6B7-4BC4-8F07-E6CE36166FC4}" presName="hierRoot1" presStyleCnt="0"/>
      <dgm:spPr/>
    </dgm:pt>
    <dgm:pt modelId="{99D572BF-F042-4019-AD51-7A1A8102B667}" type="pres">
      <dgm:prSet presAssocID="{1AD0E101-C6B7-4BC4-8F07-E6CE36166FC4}" presName="composite" presStyleCnt="0"/>
      <dgm:spPr/>
    </dgm:pt>
    <dgm:pt modelId="{10C421AD-577B-4B0C-A195-0FDB313CD7B1}" type="pres">
      <dgm:prSet presAssocID="{1AD0E101-C6B7-4BC4-8F07-E6CE36166FC4}" presName="background" presStyleLbl="node0" presStyleIdx="2" presStyleCnt="3"/>
      <dgm:spPr/>
    </dgm:pt>
    <dgm:pt modelId="{27FB8D00-4610-4EF0-AD74-A4E78FC245CB}" type="pres">
      <dgm:prSet presAssocID="{1AD0E101-C6B7-4BC4-8F07-E6CE36166FC4}" presName="text" presStyleLbl="fgAcc0" presStyleIdx="2" presStyleCnt="3">
        <dgm:presLayoutVars>
          <dgm:chPref val="3"/>
        </dgm:presLayoutVars>
      </dgm:prSet>
      <dgm:spPr/>
    </dgm:pt>
    <dgm:pt modelId="{9CE4EFB9-7CC0-456E-BB4F-0FD7FFE77E5D}" type="pres">
      <dgm:prSet presAssocID="{1AD0E101-C6B7-4BC4-8F07-E6CE36166FC4}" presName="hierChild2" presStyleCnt="0"/>
      <dgm:spPr/>
    </dgm:pt>
  </dgm:ptLst>
  <dgm:cxnLst>
    <dgm:cxn modelId="{868B7846-0B72-4322-BF4C-577A622B445B}" type="presOf" srcId="{1AD0E101-C6B7-4BC4-8F07-E6CE36166FC4}" destId="{27FB8D00-4610-4EF0-AD74-A4E78FC245CB}" srcOrd="0" destOrd="0" presId="urn:microsoft.com/office/officeart/2005/8/layout/hierarchy1"/>
    <dgm:cxn modelId="{9807666A-679F-430A-9AE3-247A46105F78}" type="presOf" srcId="{937F1A76-0F9B-47BD-9D04-0E6778C6A8D6}" destId="{ED6B01B4-3F7B-4440-B346-4DB8595668E1}" srcOrd="0" destOrd="0" presId="urn:microsoft.com/office/officeart/2005/8/layout/hierarchy1"/>
    <dgm:cxn modelId="{25C83872-9E33-4F4D-ABA5-66508651A2B1}" srcId="{1BF88238-66CF-492C-8EAA-A13472FA2F3C}" destId="{937F1A76-0F9B-47BD-9D04-0E6778C6A8D6}" srcOrd="1" destOrd="0" parTransId="{8EDC013A-3AD8-4C68-A511-4E5B1637B585}" sibTransId="{F3A83A48-47EB-4D6C-A813-6557C29224BD}"/>
    <dgm:cxn modelId="{2B31FC74-B12A-4513-8A3F-C4ABC80ACA07}" type="presOf" srcId="{2CFB01F0-FFD3-4540-880E-D23E22430020}" destId="{A76B153E-D92D-473E-B901-9AF83F291E8E}" srcOrd="0" destOrd="0" presId="urn:microsoft.com/office/officeart/2005/8/layout/hierarchy1"/>
    <dgm:cxn modelId="{E4ACBFCD-D44E-43C1-BADB-23933C1F0545}" type="presOf" srcId="{1BF88238-66CF-492C-8EAA-A13472FA2F3C}" destId="{A7C3C655-3E34-4AFF-8075-11A313502DFC}" srcOrd="0" destOrd="0" presId="urn:microsoft.com/office/officeart/2005/8/layout/hierarchy1"/>
    <dgm:cxn modelId="{325D72E6-BAF1-497F-A740-1B4E2C5803D8}" srcId="{1BF88238-66CF-492C-8EAA-A13472FA2F3C}" destId="{2CFB01F0-FFD3-4540-880E-D23E22430020}" srcOrd="0" destOrd="0" parTransId="{1D4CB263-15BB-4B89-9B04-727D0AE9330D}" sibTransId="{B0A4F049-7AFD-46AC-9A21-F630E77C00FE}"/>
    <dgm:cxn modelId="{ED618FF6-149E-4893-A157-42256B107E42}" srcId="{1BF88238-66CF-492C-8EAA-A13472FA2F3C}" destId="{1AD0E101-C6B7-4BC4-8F07-E6CE36166FC4}" srcOrd="2" destOrd="0" parTransId="{0989611F-7D71-49FB-88F3-4A5E5AC625EF}" sibTransId="{97C97CBF-6726-4AA3-AC28-D7FE53658A53}"/>
    <dgm:cxn modelId="{B1301D84-545C-4B2E-87B9-2FAD8052D58B}" type="presParOf" srcId="{A7C3C655-3E34-4AFF-8075-11A313502DFC}" destId="{490E8610-BF87-49EF-937F-41AF0C4B84B0}" srcOrd="0" destOrd="0" presId="urn:microsoft.com/office/officeart/2005/8/layout/hierarchy1"/>
    <dgm:cxn modelId="{B43D3CFD-D639-4001-9DB1-8D5DC02711E1}" type="presParOf" srcId="{490E8610-BF87-49EF-937F-41AF0C4B84B0}" destId="{2E70D88D-5D58-43E1-A467-714EB2355BAA}" srcOrd="0" destOrd="0" presId="urn:microsoft.com/office/officeart/2005/8/layout/hierarchy1"/>
    <dgm:cxn modelId="{3345B525-5D2B-4A8E-BBCC-C2DDF76898E2}" type="presParOf" srcId="{2E70D88D-5D58-43E1-A467-714EB2355BAA}" destId="{86F3DAA3-B262-4BC6-B415-41766FA63328}" srcOrd="0" destOrd="0" presId="urn:microsoft.com/office/officeart/2005/8/layout/hierarchy1"/>
    <dgm:cxn modelId="{E33DD46A-D3E3-4EAC-9741-4804163DF3A3}" type="presParOf" srcId="{2E70D88D-5D58-43E1-A467-714EB2355BAA}" destId="{A76B153E-D92D-473E-B901-9AF83F291E8E}" srcOrd="1" destOrd="0" presId="urn:microsoft.com/office/officeart/2005/8/layout/hierarchy1"/>
    <dgm:cxn modelId="{7C45EBC0-5432-4611-ACDE-0E75F309E596}" type="presParOf" srcId="{490E8610-BF87-49EF-937F-41AF0C4B84B0}" destId="{B7261E14-C53D-448A-9E3E-75667A371CE0}" srcOrd="1" destOrd="0" presId="urn:microsoft.com/office/officeart/2005/8/layout/hierarchy1"/>
    <dgm:cxn modelId="{F84A4A68-FD26-4326-BCE5-E90CD3025A13}" type="presParOf" srcId="{A7C3C655-3E34-4AFF-8075-11A313502DFC}" destId="{93A00B65-5C5C-447E-B826-DFAC881E3DF0}" srcOrd="1" destOrd="0" presId="urn:microsoft.com/office/officeart/2005/8/layout/hierarchy1"/>
    <dgm:cxn modelId="{C3FD63F0-87DE-4D25-8E71-9CCFB68BB534}" type="presParOf" srcId="{93A00B65-5C5C-447E-B826-DFAC881E3DF0}" destId="{B04DEE22-6CDB-44D2-ABB5-E1D606C6D440}" srcOrd="0" destOrd="0" presId="urn:microsoft.com/office/officeart/2005/8/layout/hierarchy1"/>
    <dgm:cxn modelId="{FED0BCF1-35BF-4EF7-95E2-69020B576738}" type="presParOf" srcId="{B04DEE22-6CDB-44D2-ABB5-E1D606C6D440}" destId="{B6358712-CF52-4E36-BA0A-FE6FF93EE790}" srcOrd="0" destOrd="0" presId="urn:microsoft.com/office/officeart/2005/8/layout/hierarchy1"/>
    <dgm:cxn modelId="{84F6E753-D8A5-41C7-B25B-D8A9B93CEAD6}" type="presParOf" srcId="{B04DEE22-6CDB-44D2-ABB5-E1D606C6D440}" destId="{ED6B01B4-3F7B-4440-B346-4DB8595668E1}" srcOrd="1" destOrd="0" presId="urn:microsoft.com/office/officeart/2005/8/layout/hierarchy1"/>
    <dgm:cxn modelId="{228CA72D-7139-49B2-9351-DFD5A1822E4C}" type="presParOf" srcId="{93A00B65-5C5C-447E-B826-DFAC881E3DF0}" destId="{45590FFB-F0C0-4F29-BB60-02D74E781F47}" srcOrd="1" destOrd="0" presId="urn:microsoft.com/office/officeart/2005/8/layout/hierarchy1"/>
    <dgm:cxn modelId="{3A48CCBB-533B-4D8B-9A94-E67DD542C096}" type="presParOf" srcId="{A7C3C655-3E34-4AFF-8075-11A313502DFC}" destId="{A74A5E5D-8537-4C7D-8420-6EA98FA4CF81}" srcOrd="2" destOrd="0" presId="urn:microsoft.com/office/officeart/2005/8/layout/hierarchy1"/>
    <dgm:cxn modelId="{C29D156F-24EF-4ED4-B7AD-58BEC1CEB642}" type="presParOf" srcId="{A74A5E5D-8537-4C7D-8420-6EA98FA4CF81}" destId="{99D572BF-F042-4019-AD51-7A1A8102B667}" srcOrd="0" destOrd="0" presId="urn:microsoft.com/office/officeart/2005/8/layout/hierarchy1"/>
    <dgm:cxn modelId="{01EA194D-908A-4E62-B053-4DA7F5AB97BA}" type="presParOf" srcId="{99D572BF-F042-4019-AD51-7A1A8102B667}" destId="{10C421AD-577B-4B0C-A195-0FDB313CD7B1}" srcOrd="0" destOrd="0" presId="urn:microsoft.com/office/officeart/2005/8/layout/hierarchy1"/>
    <dgm:cxn modelId="{8C9A2CA6-8375-4593-B1BB-F5967DF8CC56}" type="presParOf" srcId="{99D572BF-F042-4019-AD51-7A1A8102B667}" destId="{27FB8D00-4610-4EF0-AD74-A4E78FC245CB}" srcOrd="1" destOrd="0" presId="urn:microsoft.com/office/officeart/2005/8/layout/hierarchy1"/>
    <dgm:cxn modelId="{2A58C0BF-8537-47C2-9872-7A6B980717BB}" type="presParOf" srcId="{A74A5E5D-8537-4C7D-8420-6EA98FA4CF81}" destId="{9CE4EFB9-7CC0-456E-BB4F-0FD7FFE77E5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34A028E0-4D4C-4719-B50A-E994221B83E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9FFCF8A-7EFF-4E0C-9E63-B2A5C4B175F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Deploy real-time monitoring dashboard</a:t>
          </a:r>
        </a:p>
      </dgm:t>
    </dgm:pt>
    <dgm:pt modelId="{7F4CB318-9A41-4967-8B7E-CCA479F8507B}" type="parTrans" cxnId="{DA2ECB94-21CE-48CA-A98F-88E3FE2FB18B}">
      <dgm:prSet/>
      <dgm:spPr/>
      <dgm:t>
        <a:bodyPr/>
        <a:lstStyle/>
        <a:p>
          <a:endParaRPr lang="en-US"/>
        </a:p>
      </dgm:t>
    </dgm:pt>
    <dgm:pt modelId="{1A9602DA-E7B8-4501-B1B8-31E6A7158608}" type="sibTrans" cxnId="{DA2ECB94-21CE-48CA-A98F-88E3FE2FB18B}">
      <dgm:prSet/>
      <dgm:spPr/>
      <dgm:t>
        <a:bodyPr/>
        <a:lstStyle/>
        <a:p>
          <a:endParaRPr lang="en-US"/>
        </a:p>
      </dgm:t>
    </dgm:pt>
    <dgm:pt modelId="{1FA99125-38FC-4B94-8090-B084AD992C5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 negativereason field for root cause analysis</a:t>
          </a:r>
        </a:p>
      </dgm:t>
    </dgm:pt>
    <dgm:pt modelId="{2E4D5F9C-0148-4030-893E-CD21F02DAAD1}" type="parTrans" cxnId="{75BA6E2A-7E9D-490A-96D1-8BBED03C1D61}">
      <dgm:prSet/>
      <dgm:spPr/>
      <dgm:t>
        <a:bodyPr/>
        <a:lstStyle/>
        <a:p>
          <a:endParaRPr lang="en-US"/>
        </a:p>
      </dgm:t>
    </dgm:pt>
    <dgm:pt modelId="{EA439802-74D9-4700-A7A2-6CC3ADC951B5}" type="sibTrans" cxnId="{75BA6E2A-7E9D-490A-96D1-8BBED03C1D61}">
      <dgm:prSet/>
      <dgm:spPr/>
      <dgm:t>
        <a:bodyPr/>
        <a:lstStyle/>
        <a:p>
          <a:endParaRPr lang="en-US"/>
        </a:p>
      </dgm:t>
    </dgm:pt>
    <dgm:pt modelId="{68A047E1-F2CD-4C93-839E-DEC155E61ED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Integrate model into customer service triage systems</a:t>
          </a:r>
        </a:p>
      </dgm:t>
    </dgm:pt>
    <dgm:pt modelId="{AAE6AE73-A541-4C1F-9D38-D2AA173DFD33}" type="parTrans" cxnId="{2428CDD8-CF23-4E67-A451-BF115274FC83}">
      <dgm:prSet/>
      <dgm:spPr/>
      <dgm:t>
        <a:bodyPr/>
        <a:lstStyle/>
        <a:p>
          <a:endParaRPr lang="en-US"/>
        </a:p>
      </dgm:t>
    </dgm:pt>
    <dgm:pt modelId="{8ABACBCE-BB9A-4F3C-A821-31185DD94B0A}" type="sibTrans" cxnId="{2428CDD8-CF23-4E67-A451-BF115274FC83}">
      <dgm:prSet/>
      <dgm:spPr/>
      <dgm:t>
        <a:bodyPr/>
        <a:lstStyle/>
        <a:p>
          <a:endParaRPr lang="en-US"/>
        </a:p>
      </dgm:t>
    </dgm:pt>
    <dgm:pt modelId="{2C03CA18-A9DD-4FDC-84AD-453D7EBAC6F2}" type="pres">
      <dgm:prSet presAssocID="{34A028E0-4D4C-4719-B50A-E994221B83EB}" presName="root" presStyleCnt="0">
        <dgm:presLayoutVars>
          <dgm:dir/>
          <dgm:resizeHandles val="exact"/>
        </dgm:presLayoutVars>
      </dgm:prSet>
      <dgm:spPr/>
    </dgm:pt>
    <dgm:pt modelId="{27321C85-F47E-4215-B4AF-9E0F46B22A5B}" type="pres">
      <dgm:prSet presAssocID="{A9FFCF8A-7EFF-4E0C-9E63-B2A5C4B175F2}" presName="compNode" presStyleCnt="0"/>
      <dgm:spPr/>
    </dgm:pt>
    <dgm:pt modelId="{C71ACB38-02FF-40EF-B858-8709EAC4EF3F}" type="pres">
      <dgm:prSet presAssocID="{A9FFCF8A-7EFF-4E0C-9E63-B2A5C4B175F2}" presName="bgRect" presStyleLbl="bgShp" presStyleIdx="0" presStyleCnt="3"/>
      <dgm:spPr/>
    </dgm:pt>
    <dgm:pt modelId="{417996A4-2CE6-4F82-9EB1-D5A68BABB4D9}" type="pres">
      <dgm:prSet presAssocID="{A9FFCF8A-7EFF-4E0C-9E63-B2A5C4B175F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9E34285C-1C99-4709-AFA5-1EDD90B50158}" type="pres">
      <dgm:prSet presAssocID="{A9FFCF8A-7EFF-4E0C-9E63-B2A5C4B175F2}" presName="spaceRect" presStyleCnt="0"/>
      <dgm:spPr/>
    </dgm:pt>
    <dgm:pt modelId="{45601DB7-FCDB-4367-8BF1-61E2533635BA}" type="pres">
      <dgm:prSet presAssocID="{A9FFCF8A-7EFF-4E0C-9E63-B2A5C4B175F2}" presName="parTx" presStyleLbl="revTx" presStyleIdx="0" presStyleCnt="3">
        <dgm:presLayoutVars>
          <dgm:chMax val="0"/>
          <dgm:chPref val="0"/>
        </dgm:presLayoutVars>
      </dgm:prSet>
      <dgm:spPr/>
    </dgm:pt>
    <dgm:pt modelId="{757F8DBF-3621-4458-A214-DE0FAAB9B5AD}" type="pres">
      <dgm:prSet presAssocID="{1A9602DA-E7B8-4501-B1B8-31E6A7158608}" presName="sibTrans" presStyleCnt="0"/>
      <dgm:spPr/>
    </dgm:pt>
    <dgm:pt modelId="{C19891A0-5149-44B6-A9A1-203EF6FF6460}" type="pres">
      <dgm:prSet presAssocID="{1FA99125-38FC-4B94-8090-B084AD992C50}" presName="compNode" presStyleCnt="0"/>
      <dgm:spPr/>
    </dgm:pt>
    <dgm:pt modelId="{9714C42B-C59F-4E0F-A32C-E7F143C231C0}" type="pres">
      <dgm:prSet presAssocID="{1FA99125-38FC-4B94-8090-B084AD992C50}" presName="bgRect" presStyleLbl="bgShp" presStyleIdx="1" presStyleCnt="3"/>
      <dgm:spPr/>
    </dgm:pt>
    <dgm:pt modelId="{A4D1AE85-2E3D-4D95-88B3-5200AC7BD8C2}" type="pres">
      <dgm:prSet presAssocID="{1FA99125-38FC-4B94-8090-B084AD992C5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0514065B-6ED8-4E90-AA6E-BE398196DD83}" type="pres">
      <dgm:prSet presAssocID="{1FA99125-38FC-4B94-8090-B084AD992C50}" presName="spaceRect" presStyleCnt="0"/>
      <dgm:spPr/>
    </dgm:pt>
    <dgm:pt modelId="{1D73588B-ACEB-4EBC-830D-DF3FCCEBAE00}" type="pres">
      <dgm:prSet presAssocID="{1FA99125-38FC-4B94-8090-B084AD992C50}" presName="parTx" presStyleLbl="revTx" presStyleIdx="1" presStyleCnt="3">
        <dgm:presLayoutVars>
          <dgm:chMax val="0"/>
          <dgm:chPref val="0"/>
        </dgm:presLayoutVars>
      </dgm:prSet>
      <dgm:spPr/>
    </dgm:pt>
    <dgm:pt modelId="{2082E372-4A97-4B68-9CC4-567EAE220CEC}" type="pres">
      <dgm:prSet presAssocID="{EA439802-74D9-4700-A7A2-6CC3ADC951B5}" presName="sibTrans" presStyleCnt="0"/>
      <dgm:spPr/>
    </dgm:pt>
    <dgm:pt modelId="{9BEB09A7-A0F4-498B-9B96-DE1CEA6CFA19}" type="pres">
      <dgm:prSet presAssocID="{68A047E1-F2CD-4C93-839E-DEC155E61ED7}" presName="compNode" presStyleCnt="0"/>
      <dgm:spPr/>
    </dgm:pt>
    <dgm:pt modelId="{5C92F932-CCFC-4F7C-8F71-E96672D2A773}" type="pres">
      <dgm:prSet presAssocID="{68A047E1-F2CD-4C93-839E-DEC155E61ED7}" presName="bgRect" presStyleLbl="bgShp" presStyleIdx="2" presStyleCnt="3"/>
      <dgm:spPr/>
    </dgm:pt>
    <dgm:pt modelId="{7D030268-922E-427F-94FC-C21DFBD286D8}" type="pres">
      <dgm:prSet presAssocID="{68A047E1-F2CD-4C93-839E-DEC155E61ED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347C1DA9-BF6A-4876-AE86-E1F4C6B3E575}" type="pres">
      <dgm:prSet presAssocID="{68A047E1-F2CD-4C93-839E-DEC155E61ED7}" presName="spaceRect" presStyleCnt="0"/>
      <dgm:spPr/>
    </dgm:pt>
    <dgm:pt modelId="{CD57E7D0-0EDF-4849-8554-F7DE3C28F4B2}" type="pres">
      <dgm:prSet presAssocID="{68A047E1-F2CD-4C93-839E-DEC155E61ED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5BA6E2A-7E9D-490A-96D1-8BBED03C1D61}" srcId="{34A028E0-4D4C-4719-B50A-E994221B83EB}" destId="{1FA99125-38FC-4B94-8090-B084AD992C50}" srcOrd="1" destOrd="0" parTransId="{2E4D5F9C-0148-4030-893E-CD21F02DAAD1}" sibTransId="{EA439802-74D9-4700-A7A2-6CC3ADC951B5}"/>
    <dgm:cxn modelId="{99976761-44A1-4C81-9B71-013DC1C970B6}" type="presOf" srcId="{1FA99125-38FC-4B94-8090-B084AD992C50}" destId="{1D73588B-ACEB-4EBC-830D-DF3FCCEBAE00}" srcOrd="0" destOrd="0" presId="urn:microsoft.com/office/officeart/2018/2/layout/IconVerticalSolidList"/>
    <dgm:cxn modelId="{9425C368-7F15-4C80-B47D-051EEFD7B693}" type="presOf" srcId="{34A028E0-4D4C-4719-B50A-E994221B83EB}" destId="{2C03CA18-A9DD-4FDC-84AD-453D7EBAC6F2}" srcOrd="0" destOrd="0" presId="urn:microsoft.com/office/officeart/2018/2/layout/IconVerticalSolidList"/>
    <dgm:cxn modelId="{0792DF81-B6DC-47C1-BFE8-85FF90FB2484}" type="presOf" srcId="{A9FFCF8A-7EFF-4E0C-9E63-B2A5C4B175F2}" destId="{45601DB7-FCDB-4367-8BF1-61E2533635BA}" srcOrd="0" destOrd="0" presId="urn:microsoft.com/office/officeart/2018/2/layout/IconVerticalSolidList"/>
    <dgm:cxn modelId="{DA2ECB94-21CE-48CA-A98F-88E3FE2FB18B}" srcId="{34A028E0-4D4C-4719-B50A-E994221B83EB}" destId="{A9FFCF8A-7EFF-4E0C-9E63-B2A5C4B175F2}" srcOrd="0" destOrd="0" parTransId="{7F4CB318-9A41-4967-8B7E-CCA479F8507B}" sibTransId="{1A9602DA-E7B8-4501-B1B8-31E6A7158608}"/>
    <dgm:cxn modelId="{2428CDD8-CF23-4E67-A451-BF115274FC83}" srcId="{34A028E0-4D4C-4719-B50A-E994221B83EB}" destId="{68A047E1-F2CD-4C93-839E-DEC155E61ED7}" srcOrd="2" destOrd="0" parTransId="{AAE6AE73-A541-4C1F-9D38-D2AA173DFD33}" sibTransId="{8ABACBCE-BB9A-4F3C-A821-31185DD94B0A}"/>
    <dgm:cxn modelId="{47F53CEF-3A98-4D7A-AF61-DDAE6AD52367}" type="presOf" srcId="{68A047E1-F2CD-4C93-839E-DEC155E61ED7}" destId="{CD57E7D0-0EDF-4849-8554-F7DE3C28F4B2}" srcOrd="0" destOrd="0" presId="urn:microsoft.com/office/officeart/2018/2/layout/IconVerticalSolidList"/>
    <dgm:cxn modelId="{4CC49B98-2FA9-429B-BD9F-56E021699978}" type="presParOf" srcId="{2C03CA18-A9DD-4FDC-84AD-453D7EBAC6F2}" destId="{27321C85-F47E-4215-B4AF-9E0F46B22A5B}" srcOrd="0" destOrd="0" presId="urn:microsoft.com/office/officeart/2018/2/layout/IconVerticalSolidList"/>
    <dgm:cxn modelId="{55A3DD9E-D8FB-4450-80B6-E4238FF72577}" type="presParOf" srcId="{27321C85-F47E-4215-B4AF-9E0F46B22A5B}" destId="{C71ACB38-02FF-40EF-B858-8709EAC4EF3F}" srcOrd="0" destOrd="0" presId="urn:microsoft.com/office/officeart/2018/2/layout/IconVerticalSolidList"/>
    <dgm:cxn modelId="{458CA99E-C1FF-4184-949F-D11FD906A5C9}" type="presParOf" srcId="{27321C85-F47E-4215-B4AF-9E0F46B22A5B}" destId="{417996A4-2CE6-4F82-9EB1-D5A68BABB4D9}" srcOrd="1" destOrd="0" presId="urn:microsoft.com/office/officeart/2018/2/layout/IconVerticalSolidList"/>
    <dgm:cxn modelId="{AA6F6C5C-F572-4CF7-9D8D-F0329A9DD9D1}" type="presParOf" srcId="{27321C85-F47E-4215-B4AF-9E0F46B22A5B}" destId="{9E34285C-1C99-4709-AFA5-1EDD90B50158}" srcOrd="2" destOrd="0" presId="urn:microsoft.com/office/officeart/2018/2/layout/IconVerticalSolidList"/>
    <dgm:cxn modelId="{82343AC5-91E4-4719-9F69-C0A9952E5566}" type="presParOf" srcId="{27321C85-F47E-4215-B4AF-9E0F46B22A5B}" destId="{45601DB7-FCDB-4367-8BF1-61E2533635BA}" srcOrd="3" destOrd="0" presId="urn:microsoft.com/office/officeart/2018/2/layout/IconVerticalSolidList"/>
    <dgm:cxn modelId="{4108CD71-7040-4090-B4AE-23F53426AD42}" type="presParOf" srcId="{2C03CA18-A9DD-4FDC-84AD-453D7EBAC6F2}" destId="{757F8DBF-3621-4458-A214-DE0FAAB9B5AD}" srcOrd="1" destOrd="0" presId="urn:microsoft.com/office/officeart/2018/2/layout/IconVerticalSolidList"/>
    <dgm:cxn modelId="{977D7FF4-D951-49B5-8BA0-28DA81F0FE9C}" type="presParOf" srcId="{2C03CA18-A9DD-4FDC-84AD-453D7EBAC6F2}" destId="{C19891A0-5149-44B6-A9A1-203EF6FF6460}" srcOrd="2" destOrd="0" presId="urn:microsoft.com/office/officeart/2018/2/layout/IconVerticalSolidList"/>
    <dgm:cxn modelId="{9D47DE42-560F-4784-B370-F5F4D7CC861B}" type="presParOf" srcId="{C19891A0-5149-44B6-A9A1-203EF6FF6460}" destId="{9714C42B-C59F-4E0F-A32C-E7F143C231C0}" srcOrd="0" destOrd="0" presId="urn:microsoft.com/office/officeart/2018/2/layout/IconVerticalSolidList"/>
    <dgm:cxn modelId="{A37A8998-8A51-4062-9695-6331BF8ED654}" type="presParOf" srcId="{C19891A0-5149-44B6-A9A1-203EF6FF6460}" destId="{A4D1AE85-2E3D-4D95-88B3-5200AC7BD8C2}" srcOrd="1" destOrd="0" presId="urn:microsoft.com/office/officeart/2018/2/layout/IconVerticalSolidList"/>
    <dgm:cxn modelId="{6F2A11FC-EC0E-42D6-8CF6-B2F1D00F4310}" type="presParOf" srcId="{C19891A0-5149-44B6-A9A1-203EF6FF6460}" destId="{0514065B-6ED8-4E90-AA6E-BE398196DD83}" srcOrd="2" destOrd="0" presId="urn:microsoft.com/office/officeart/2018/2/layout/IconVerticalSolidList"/>
    <dgm:cxn modelId="{49D5160F-4980-4E6C-8468-80186F9AFA52}" type="presParOf" srcId="{C19891A0-5149-44B6-A9A1-203EF6FF6460}" destId="{1D73588B-ACEB-4EBC-830D-DF3FCCEBAE00}" srcOrd="3" destOrd="0" presId="urn:microsoft.com/office/officeart/2018/2/layout/IconVerticalSolidList"/>
    <dgm:cxn modelId="{BCD8FA21-E1AB-4989-814F-EAF554E68958}" type="presParOf" srcId="{2C03CA18-A9DD-4FDC-84AD-453D7EBAC6F2}" destId="{2082E372-4A97-4B68-9CC4-567EAE220CEC}" srcOrd="3" destOrd="0" presId="urn:microsoft.com/office/officeart/2018/2/layout/IconVerticalSolidList"/>
    <dgm:cxn modelId="{3D542FC2-298C-4357-8E06-303C08B530C6}" type="presParOf" srcId="{2C03CA18-A9DD-4FDC-84AD-453D7EBAC6F2}" destId="{9BEB09A7-A0F4-498B-9B96-DE1CEA6CFA19}" srcOrd="4" destOrd="0" presId="urn:microsoft.com/office/officeart/2018/2/layout/IconVerticalSolidList"/>
    <dgm:cxn modelId="{ED646AB9-9CCC-407C-B169-E523F90E86EB}" type="presParOf" srcId="{9BEB09A7-A0F4-498B-9B96-DE1CEA6CFA19}" destId="{5C92F932-CCFC-4F7C-8F71-E96672D2A773}" srcOrd="0" destOrd="0" presId="urn:microsoft.com/office/officeart/2018/2/layout/IconVerticalSolidList"/>
    <dgm:cxn modelId="{D5396DCA-14D0-47B6-8342-B4BA94F5CB93}" type="presParOf" srcId="{9BEB09A7-A0F4-498B-9B96-DE1CEA6CFA19}" destId="{7D030268-922E-427F-94FC-C21DFBD286D8}" srcOrd="1" destOrd="0" presId="urn:microsoft.com/office/officeart/2018/2/layout/IconVerticalSolidList"/>
    <dgm:cxn modelId="{85C8A756-E5CB-4E0D-AE8B-6693D364E55B}" type="presParOf" srcId="{9BEB09A7-A0F4-498B-9B96-DE1CEA6CFA19}" destId="{347C1DA9-BF6A-4876-AE86-E1F4C6B3E575}" srcOrd="2" destOrd="0" presId="urn:microsoft.com/office/officeart/2018/2/layout/IconVerticalSolidList"/>
    <dgm:cxn modelId="{9C9DD8F6-9ECC-4916-9F3D-CF17186526E0}" type="presParOf" srcId="{9BEB09A7-A0F4-498B-9B96-DE1CEA6CFA19}" destId="{CD57E7D0-0EDF-4849-8554-F7DE3C28F4B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AE343155-A6D4-4FBD-B3B9-A514F8D769CF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8E0323C-CFC3-4107-8BF9-E041075159A0}">
      <dgm:prSet/>
      <dgm:spPr/>
      <dgm:t>
        <a:bodyPr/>
        <a:lstStyle/>
        <a:p>
          <a:r>
            <a:rPr lang="en-US"/>
            <a:t>Add hyperparameter tuning (GridSearchCV)</a:t>
          </a:r>
        </a:p>
      </dgm:t>
    </dgm:pt>
    <dgm:pt modelId="{955EA31A-C73C-4613-A353-2C32B5D7249B}" type="parTrans" cxnId="{5B589F45-452F-4A2F-B162-DAA234B9EAF0}">
      <dgm:prSet/>
      <dgm:spPr/>
      <dgm:t>
        <a:bodyPr/>
        <a:lstStyle/>
        <a:p>
          <a:endParaRPr lang="en-US"/>
        </a:p>
      </dgm:t>
    </dgm:pt>
    <dgm:pt modelId="{22342BEF-A002-4838-A3C7-9E291DC1B456}" type="sibTrans" cxnId="{5B589F45-452F-4A2F-B162-DAA234B9EAF0}">
      <dgm:prSet/>
      <dgm:spPr/>
      <dgm:t>
        <a:bodyPr/>
        <a:lstStyle/>
        <a:p>
          <a:endParaRPr lang="en-US"/>
        </a:p>
      </dgm:t>
    </dgm:pt>
    <dgm:pt modelId="{90DA5B48-5CE7-43AC-B8F2-E380EBCEA548}">
      <dgm:prSet/>
      <dgm:spPr/>
      <dgm:t>
        <a:bodyPr/>
        <a:lstStyle/>
        <a:p>
          <a:r>
            <a:rPr lang="en-US"/>
            <a:t>Explore deep learning models (BERT, RoBERTa)</a:t>
          </a:r>
        </a:p>
      </dgm:t>
    </dgm:pt>
    <dgm:pt modelId="{A4D54CDD-143A-4A06-BEE1-501439F81CBF}" type="parTrans" cxnId="{39BFAB1E-75F4-4C64-8C37-4802EBE6AD37}">
      <dgm:prSet/>
      <dgm:spPr/>
      <dgm:t>
        <a:bodyPr/>
        <a:lstStyle/>
        <a:p>
          <a:endParaRPr lang="en-US"/>
        </a:p>
      </dgm:t>
    </dgm:pt>
    <dgm:pt modelId="{371253AA-AEEB-43A3-9D50-1FDCFB6FA9FB}" type="sibTrans" cxnId="{39BFAB1E-75F4-4C64-8C37-4802EBE6AD37}">
      <dgm:prSet/>
      <dgm:spPr/>
      <dgm:t>
        <a:bodyPr/>
        <a:lstStyle/>
        <a:p>
          <a:endParaRPr lang="en-US"/>
        </a:p>
      </dgm:t>
    </dgm:pt>
    <dgm:pt modelId="{80AA121E-9803-4F5A-91B7-2AE6D9DBEAD8}">
      <dgm:prSet/>
      <dgm:spPr/>
      <dgm:t>
        <a:bodyPr/>
        <a:lstStyle/>
        <a:p>
          <a:r>
            <a:rPr lang="en-US"/>
            <a:t>Expand dataset to more airlines and international tweets</a:t>
          </a:r>
        </a:p>
      </dgm:t>
    </dgm:pt>
    <dgm:pt modelId="{DEECC3E8-C8A4-4D0F-B4C1-492831245236}" type="parTrans" cxnId="{5C136BFD-9B5B-4773-8B2F-383274C03195}">
      <dgm:prSet/>
      <dgm:spPr/>
      <dgm:t>
        <a:bodyPr/>
        <a:lstStyle/>
        <a:p>
          <a:endParaRPr lang="en-US"/>
        </a:p>
      </dgm:t>
    </dgm:pt>
    <dgm:pt modelId="{CEF17E12-AD30-479D-AEE7-93A65CFE1DF3}" type="sibTrans" cxnId="{5C136BFD-9B5B-4773-8B2F-383274C03195}">
      <dgm:prSet/>
      <dgm:spPr/>
      <dgm:t>
        <a:bodyPr/>
        <a:lstStyle/>
        <a:p>
          <a:endParaRPr lang="en-US"/>
        </a:p>
      </dgm:t>
    </dgm:pt>
    <dgm:pt modelId="{A3BD13ED-CCD5-4042-9E9D-B733E20A6645}">
      <dgm:prSet/>
      <dgm:spPr/>
      <dgm:t>
        <a:bodyPr/>
        <a:lstStyle/>
        <a:p>
          <a:r>
            <a:rPr lang="en-US"/>
            <a:t>Add topic modeling for deeper insights</a:t>
          </a:r>
        </a:p>
      </dgm:t>
    </dgm:pt>
    <dgm:pt modelId="{26B1CAE3-0A98-4638-B3CD-DDACE00611A9}" type="parTrans" cxnId="{2F403957-2F34-4B91-B3A9-7F3E1EEC7C86}">
      <dgm:prSet/>
      <dgm:spPr/>
      <dgm:t>
        <a:bodyPr/>
        <a:lstStyle/>
        <a:p>
          <a:endParaRPr lang="en-US"/>
        </a:p>
      </dgm:t>
    </dgm:pt>
    <dgm:pt modelId="{98CD2D9A-F52B-4AD6-B9FE-743C8E06EB93}" type="sibTrans" cxnId="{2F403957-2F34-4B91-B3A9-7F3E1EEC7C86}">
      <dgm:prSet/>
      <dgm:spPr/>
      <dgm:t>
        <a:bodyPr/>
        <a:lstStyle/>
        <a:p>
          <a:endParaRPr lang="en-US"/>
        </a:p>
      </dgm:t>
    </dgm:pt>
    <dgm:pt modelId="{2A8C538A-F9D5-4036-B28B-0F7FB60BEAE3}" type="pres">
      <dgm:prSet presAssocID="{AE343155-A6D4-4FBD-B3B9-A514F8D769CF}" presName="root" presStyleCnt="0">
        <dgm:presLayoutVars>
          <dgm:dir/>
          <dgm:resizeHandles val="exact"/>
        </dgm:presLayoutVars>
      </dgm:prSet>
      <dgm:spPr/>
    </dgm:pt>
    <dgm:pt modelId="{1073AD3A-59FC-405D-8C5E-66916709DBB0}" type="pres">
      <dgm:prSet presAssocID="{AE343155-A6D4-4FBD-B3B9-A514F8D769CF}" presName="container" presStyleCnt="0">
        <dgm:presLayoutVars>
          <dgm:dir/>
          <dgm:resizeHandles val="exact"/>
        </dgm:presLayoutVars>
      </dgm:prSet>
      <dgm:spPr/>
    </dgm:pt>
    <dgm:pt modelId="{BAE08B12-A613-4797-8006-7DCCBD085101}" type="pres">
      <dgm:prSet presAssocID="{D8E0323C-CFC3-4107-8BF9-E041075159A0}" presName="compNode" presStyleCnt="0"/>
      <dgm:spPr/>
    </dgm:pt>
    <dgm:pt modelId="{14718987-F7A5-4130-B704-2C8EA24E356C}" type="pres">
      <dgm:prSet presAssocID="{D8E0323C-CFC3-4107-8BF9-E041075159A0}" presName="iconBgRect" presStyleLbl="bgShp" presStyleIdx="0" presStyleCnt="4"/>
      <dgm:spPr/>
    </dgm:pt>
    <dgm:pt modelId="{B85062EF-A6DC-408C-AF38-F47CDCC9871C}" type="pres">
      <dgm:prSet presAssocID="{D8E0323C-CFC3-4107-8BF9-E041075159A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d"/>
        </a:ext>
      </dgm:extLst>
    </dgm:pt>
    <dgm:pt modelId="{444525CD-31D0-4BD6-842E-30FE622F387B}" type="pres">
      <dgm:prSet presAssocID="{D8E0323C-CFC3-4107-8BF9-E041075159A0}" presName="spaceRect" presStyleCnt="0"/>
      <dgm:spPr/>
    </dgm:pt>
    <dgm:pt modelId="{0C0DCD52-EFB9-4886-A984-17B45C34065E}" type="pres">
      <dgm:prSet presAssocID="{D8E0323C-CFC3-4107-8BF9-E041075159A0}" presName="textRect" presStyleLbl="revTx" presStyleIdx="0" presStyleCnt="4">
        <dgm:presLayoutVars>
          <dgm:chMax val="1"/>
          <dgm:chPref val="1"/>
        </dgm:presLayoutVars>
      </dgm:prSet>
      <dgm:spPr/>
    </dgm:pt>
    <dgm:pt modelId="{A09C4BBF-1D13-4F38-B21C-751AEE2E6CDB}" type="pres">
      <dgm:prSet presAssocID="{22342BEF-A002-4838-A3C7-9E291DC1B456}" presName="sibTrans" presStyleLbl="sibTrans2D1" presStyleIdx="0" presStyleCnt="0"/>
      <dgm:spPr/>
    </dgm:pt>
    <dgm:pt modelId="{4776719F-4613-4001-9132-6F89988E29DB}" type="pres">
      <dgm:prSet presAssocID="{90DA5B48-5CE7-43AC-B8F2-E380EBCEA548}" presName="compNode" presStyleCnt="0"/>
      <dgm:spPr/>
    </dgm:pt>
    <dgm:pt modelId="{163F6631-B376-48FE-B4DA-A99FFA52986C}" type="pres">
      <dgm:prSet presAssocID="{90DA5B48-5CE7-43AC-B8F2-E380EBCEA548}" presName="iconBgRect" presStyleLbl="bgShp" presStyleIdx="1" presStyleCnt="4"/>
      <dgm:spPr/>
    </dgm:pt>
    <dgm:pt modelId="{85274D70-EC88-438E-B58F-20D4C9A5B9CA}" type="pres">
      <dgm:prSet presAssocID="{90DA5B48-5CE7-43AC-B8F2-E380EBCEA54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e"/>
        </a:ext>
      </dgm:extLst>
    </dgm:pt>
    <dgm:pt modelId="{17BB66E1-1D5B-44D0-AA24-ABFBDAE7AA8A}" type="pres">
      <dgm:prSet presAssocID="{90DA5B48-5CE7-43AC-B8F2-E380EBCEA548}" presName="spaceRect" presStyleCnt="0"/>
      <dgm:spPr/>
    </dgm:pt>
    <dgm:pt modelId="{69E30062-4065-4592-BA59-CD0D7A8A1415}" type="pres">
      <dgm:prSet presAssocID="{90DA5B48-5CE7-43AC-B8F2-E380EBCEA548}" presName="textRect" presStyleLbl="revTx" presStyleIdx="1" presStyleCnt="4">
        <dgm:presLayoutVars>
          <dgm:chMax val="1"/>
          <dgm:chPref val="1"/>
        </dgm:presLayoutVars>
      </dgm:prSet>
      <dgm:spPr/>
    </dgm:pt>
    <dgm:pt modelId="{A754744F-4171-4AB8-9034-58E04E8BD57A}" type="pres">
      <dgm:prSet presAssocID="{371253AA-AEEB-43A3-9D50-1FDCFB6FA9FB}" presName="sibTrans" presStyleLbl="sibTrans2D1" presStyleIdx="0" presStyleCnt="0"/>
      <dgm:spPr/>
    </dgm:pt>
    <dgm:pt modelId="{D9E84089-4657-4E87-8EC9-3DCBB6DD24B6}" type="pres">
      <dgm:prSet presAssocID="{80AA121E-9803-4F5A-91B7-2AE6D9DBEAD8}" presName="compNode" presStyleCnt="0"/>
      <dgm:spPr/>
    </dgm:pt>
    <dgm:pt modelId="{406C579B-695A-40C4-8425-E28E89BEA152}" type="pres">
      <dgm:prSet presAssocID="{80AA121E-9803-4F5A-91B7-2AE6D9DBEAD8}" presName="iconBgRect" presStyleLbl="bgShp" presStyleIdx="2" presStyleCnt="4"/>
      <dgm:spPr/>
    </dgm:pt>
    <dgm:pt modelId="{77629FE1-9ACC-47BC-92F8-02FA6A451A91}" type="pres">
      <dgm:prSet presAssocID="{80AA121E-9803-4F5A-91B7-2AE6D9DBEAD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irplane"/>
        </a:ext>
      </dgm:extLst>
    </dgm:pt>
    <dgm:pt modelId="{1B2BA077-00BA-4E18-8733-F8E06E75CE95}" type="pres">
      <dgm:prSet presAssocID="{80AA121E-9803-4F5A-91B7-2AE6D9DBEAD8}" presName="spaceRect" presStyleCnt="0"/>
      <dgm:spPr/>
    </dgm:pt>
    <dgm:pt modelId="{F6232CF1-ADD9-479A-A0DE-457D40EF3644}" type="pres">
      <dgm:prSet presAssocID="{80AA121E-9803-4F5A-91B7-2AE6D9DBEAD8}" presName="textRect" presStyleLbl="revTx" presStyleIdx="2" presStyleCnt="4">
        <dgm:presLayoutVars>
          <dgm:chMax val="1"/>
          <dgm:chPref val="1"/>
        </dgm:presLayoutVars>
      </dgm:prSet>
      <dgm:spPr/>
    </dgm:pt>
    <dgm:pt modelId="{25BC3854-D45F-4302-8631-0AFB72117E46}" type="pres">
      <dgm:prSet presAssocID="{CEF17E12-AD30-479D-AEE7-93A65CFE1DF3}" presName="sibTrans" presStyleLbl="sibTrans2D1" presStyleIdx="0" presStyleCnt="0"/>
      <dgm:spPr/>
    </dgm:pt>
    <dgm:pt modelId="{CB27FBCA-C875-4146-B84D-91C5FD2D6192}" type="pres">
      <dgm:prSet presAssocID="{A3BD13ED-CCD5-4042-9E9D-B733E20A6645}" presName="compNode" presStyleCnt="0"/>
      <dgm:spPr/>
    </dgm:pt>
    <dgm:pt modelId="{42AD41CA-7AB8-4202-BF51-0DE77293412C}" type="pres">
      <dgm:prSet presAssocID="{A3BD13ED-CCD5-4042-9E9D-B733E20A6645}" presName="iconBgRect" presStyleLbl="bgShp" presStyleIdx="3" presStyleCnt="4"/>
      <dgm:spPr/>
    </dgm:pt>
    <dgm:pt modelId="{8E4BC8C7-53B2-4D15-AA61-81A1B2BAA604}" type="pres">
      <dgm:prSet presAssocID="{A3BD13ED-CCD5-4042-9E9D-B733E20A664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672E857F-E476-4473-A47B-ACF519465EDA}" type="pres">
      <dgm:prSet presAssocID="{A3BD13ED-CCD5-4042-9E9D-B733E20A6645}" presName="spaceRect" presStyleCnt="0"/>
      <dgm:spPr/>
    </dgm:pt>
    <dgm:pt modelId="{E14456D5-98DD-4252-A8AB-E59356CC1732}" type="pres">
      <dgm:prSet presAssocID="{A3BD13ED-CCD5-4042-9E9D-B733E20A664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02D7C1E-8422-4413-9B4C-D053909705AF}" type="presOf" srcId="{A3BD13ED-CCD5-4042-9E9D-B733E20A6645}" destId="{E14456D5-98DD-4252-A8AB-E59356CC1732}" srcOrd="0" destOrd="0" presId="urn:microsoft.com/office/officeart/2018/2/layout/IconCircleList"/>
    <dgm:cxn modelId="{39BFAB1E-75F4-4C64-8C37-4802EBE6AD37}" srcId="{AE343155-A6D4-4FBD-B3B9-A514F8D769CF}" destId="{90DA5B48-5CE7-43AC-B8F2-E380EBCEA548}" srcOrd="1" destOrd="0" parTransId="{A4D54CDD-143A-4A06-BEE1-501439F81CBF}" sibTransId="{371253AA-AEEB-43A3-9D50-1FDCFB6FA9FB}"/>
    <dgm:cxn modelId="{B0D90523-006E-48B6-AB70-160D1510EFA2}" type="presOf" srcId="{80AA121E-9803-4F5A-91B7-2AE6D9DBEAD8}" destId="{F6232CF1-ADD9-479A-A0DE-457D40EF3644}" srcOrd="0" destOrd="0" presId="urn:microsoft.com/office/officeart/2018/2/layout/IconCircleList"/>
    <dgm:cxn modelId="{FB0D635D-5B43-4860-B343-B979C410C2A4}" type="presOf" srcId="{CEF17E12-AD30-479D-AEE7-93A65CFE1DF3}" destId="{25BC3854-D45F-4302-8631-0AFB72117E46}" srcOrd="0" destOrd="0" presId="urn:microsoft.com/office/officeart/2018/2/layout/IconCircleList"/>
    <dgm:cxn modelId="{5B589F45-452F-4A2F-B162-DAA234B9EAF0}" srcId="{AE343155-A6D4-4FBD-B3B9-A514F8D769CF}" destId="{D8E0323C-CFC3-4107-8BF9-E041075159A0}" srcOrd="0" destOrd="0" parTransId="{955EA31A-C73C-4613-A353-2C32B5D7249B}" sibTransId="{22342BEF-A002-4838-A3C7-9E291DC1B456}"/>
    <dgm:cxn modelId="{2F403957-2F34-4B91-B3A9-7F3E1EEC7C86}" srcId="{AE343155-A6D4-4FBD-B3B9-A514F8D769CF}" destId="{A3BD13ED-CCD5-4042-9E9D-B733E20A6645}" srcOrd="3" destOrd="0" parTransId="{26B1CAE3-0A98-4638-B3CD-DDACE00611A9}" sibTransId="{98CD2D9A-F52B-4AD6-B9FE-743C8E06EB93}"/>
    <dgm:cxn modelId="{74AD4287-16DE-4EB5-8168-025DD7437870}" type="presOf" srcId="{AE343155-A6D4-4FBD-B3B9-A514F8D769CF}" destId="{2A8C538A-F9D5-4036-B28B-0F7FB60BEAE3}" srcOrd="0" destOrd="0" presId="urn:microsoft.com/office/officeart/2018/2/layout/IconCircleList"/>
    <dgm:cxn modelId="{3BF81198-7598-4E94-957D-AAAE3C333DB9}" type="presOf" srcId="{371253AA-AEEB-43A3-9D50-1FDCFB6FA9FB}" destId="{A754744F-4171-4AB8-9034-58E04E8BD57A}" srcOrd="0" destOrd="0" presId="urn:microsoft.com/office/officeart/2018/2/layout/IconCircleList"/>
    <dgm:cxn modelId="{09546A9E-79DC-4691-9129-498C6B8E0AD4}" type="presOf" srcId="{22342BEF-A002-4838-A3C7-9E291DC1B456}" destId="{A09C4BBF-1D13-4F38-B21C-751AEE2E6CDB}" srcOrd="0" destOrd="0" presId="urn:microsoft.com/office/officeart/2018/2/layout/IconCircleList"/>
    <dgm:cxn modelId="{91BCEBA6-7EE5-4448-8DE2-D9D51D5CAFA0}" type="presOf" srcId="{D8E0323C-CFC3-4107-8BF9-E041075159A0}" destId="{0C0DCD52-EFB9-4886-A984-17B45C34065E}" srcOrd="0" destOrd="0" presId="urn:microsoft.com/office/officeart/2018/2/layout/IconCircleList"/>
    <dgm:cxn modelId="{1334CCDA-C425-4112-8FD4-D074AE855B5E}" type="presOf" srcId="{90DA5B48-5CE7-43AC-B8F2-E380EBCEA548}" destId="{69E30062-4065-4592-BA59-CD0D7A8A1415}" srcOrd="0" destOrd="0" presId="urn:microsoft.com/office/officeart/2018/2/layout/IconCircleList"/>
    <dgm:cxn modelId="{5C136BFD-9B5B-4773-8B2F-383274C03195}" srcId="{AE343155-A6D4-4FBD-B3B9-A514F8D769CF}" destId="{80AA121E-9803-4F5A-91B7-2AE6D9DBEAD8}" srcOrd="2" destOrd="0" parTransId="{DEECC3E8-C8A4-4D0F-B4C1-492831245236}" sibTransId="{CEF17E12-AD30-479D-AEE7-93A65CFE1DF3}"/>
    <dgm:cxn modelId="{EB7B24C1-E131-416E-878D-6E38DAB3F7FA}" type="presParOf" srcId="{2A8C538A-F9D5-4036-B28B-0F7FB60BEAE3}" destId="{1073AD3A-59FC-405D-8C5E-66916709DBB0}" srcOrd="0" destOrd="0" presId="urn:microsoft.com/office/officeart/2018/2/layout/IconCircleList"/>
    <dgm:cxn modelId="{D4117A0C-9B09-4F4B-B03E-50DFE7062D12}" type="presParOf" srcId="{1073AD3A-59FC-405D-8C5E-66916709DBB0}" destId="{BAE08B12-A613-4797-8006-7DCCBD085101}" srcOrd="0" destOrd="0" presId="urn:microsoft.com/office/officeart/2018/2/layout/IconCircleList"/>
    <dgm:cxn modelId="{85220796-25A3-4A5D-A466-6AF4949A8DD0}" type="presParOf" srcId="{BAE08B12-A613-4797-8006-7DCCBD085101}" destId="{14718987-F7A5-4130-B704-2C8EA24E356C}" srcOrd="0" destOrd="0" presId="urn:microsoft.com/office/officeart/2018/2/layout/IconCircleList"/>
    <dgm:cxn modelId="{9E63DF95-782A-4465-93C5-552CBA0BB13A}" type="presParOf" srcId="{BAE08B12-A613-4797-8006-7DCCBD085101}" destId="{B85062EF-A6DC-408C-AF38-F47CDCC9871C}" srcOrd="1" destOrd="0" presId="urn:microsoft.com/office/officeart/2018/2/layout/IconCircleList"/>
    <dgm:cxn modelId="{6D31F156-5062-47B0-A97A-84EB3AB6ECD5}" type="presParOf" srcId="{BAE08B12-A613-4797-8006-7DCCBD085101}" destId="{444525CD-31D0-4BD6-842E-30FE622F387B}" srcOrd="2" destOrd="0" presId="urn:microsoft.com/office/officeart/2018/2/layout/IconCircleList"/>
    <dgm:cxn modelId="{27638CA6-48A1-42B6-AAC6-097E395F0385}" type="presParOf" srcId="{BAE08B12-A613-4797-8006-7DCCBD085101}" destId="{0C0DCD52-EFB9-4886-A984-17B45C34065E}" srcOrd="3" destOrd="0" presId="urn:microsoft.com/office/officeart/2018/2/layout/IconCircleList"/>
    <dgm:cxn modelId="{A71F55AD-C0D6-4A18-9533-52F9D4111B85}" type="presParOf" srcId="{1073AD3A-59FC-405D-8C5E-66916709DBB0}" destId="{A09C4BBF-1D13-4F38-B21C-751AEE2E6CDB}" srcOrd="1" destOrd="0" presId="urn:microsoft.com/office/officeart/2018/2/layout/IconCircleList"/>
    <dgm:cxn modelId="{D89C141F-5D7C-42A2-8813-14053D5F705C}" type="presParOf" srcId="{1073AD3A-59FC-405D-8C5E-66916709DBB0}" destId="{4776719F-4613-4001-9132-6F89988E29DB}" srcOrd="2" destOrd="0" presId="urn:microsoft.com/office/officeart/2018/2/layout/IconCircleList"/>
    <dgm:cxn modelId="{38944348-A8D0-4308-AE79-D20B6C1B7C9B}" type="presParOf" srcId="{4776719F-4613-4001-9132-6F89988E29DB}" destId="{163F6631-B376-48FE-B4DA-A99FFA52986C}" srcOrd="0" destOrd="0" presId="urn:microsoft.com/office/officeart/2018/2/layout/IconCircleList"/>
    <dgm:cxn modelId="{0E836D01-066F-49AA-AC23-12F8A6B419AB}" type="presParOf" srcId="{4776719F-4613-4001-9132-6F89988E29DB}" destId="{85274D70-EC88-438E-B58F-20D4C9A5B9CA}" srcOrd="1" destOrd="0" presId="urn:microsoft.com/office/officeart/2018/2/layout/IconCircleList"/>
    <dgm:cxn modelId="{8B5A79AC-B709-4F01-BC3B-281968A593D4}" type="presParOf" srcId="{4776719F-4613-4001-9132-6F89988E29DB}" destId="{17BB66E1-1D5B-44D0-AA24-ABFBDAE7AA8A}" srcOrd="2" destOrd="0" presId="urn:microsoft.com/office/officeart/2018/2/layout/IconCircleList"/>
    <dgm:cxn modelId="{8550C2F2-CF85-4065-9460-7E641CCCC727}" type="presParOf" srcId="{4776719F-4613-4001-9132-6F89988E29DB}" destId="{69E30062-4065-4592-BA59-CD0D7A8A1415}" srcOrd="3" destOrd="0" presId="urn:microsoft.com/office/officeart/2018/2/layout/IconCircleList"/>
    <dgm:cxn modelId="{DCDB96E6-7E9D-435A-942F-750EC273FD66}" type="presParOf" srcId="{1073AD3A-59FC-405D-8C5E-66916709DBB0}" destId="{A754744F-4171-4AB8-9034-58E04E8BD57A}" srcOrd="3" destOrd="0" presId="urn:microsoft.com/office/officeart/2018/2/layout/IconCircleList"/>
    <dgm:cxn modelId="{0DAB410F-0029-4476-B47E-3BAF70E5A90A}" type="presParOf" srcId="{1073AD3A-59FC-405D-8C5E-66916709DBB0}" destId="{D9E84089-4657-4E87-8EC9-3DCBB6DD24B6}" srcOrd="4" destOrd="0" presId="urn:microsoft.com/office/officeart/2018/2/layout/IconCircleList"/>
    <dgm:cxn modelId="{60054B1B-8D2C-45CC-A746-143DB3899CA9}" type="presParOf" srcId="{D9E84089-4657-4E87-8EC9-3DCBB6DD24B6}" destId="{406C579B-695A-40C4-8425-E28E89BEA152}" srcOrd="0" destOrd="0" presId="urn:microsoft.com/office/officeart/2018/2/layout/IconCircleList"/>
    <dgm:cxn modelId="{1035EAA7-0E85-44D5-8D0B-9252A9FC0DCC}" type="presParOf" srcId="{D9E84089-4657-4E87-8EC9-3DCBB6DD24B6}" destId="{77629FE1-9ACC-47BC-92F8-02FA6A451A91}" srcOrd="1" destOrd="0" presId="urn:microsoft.com/office/officeart/2018/2/layout/IconCircleList"/>
    <dgm:cxn modelId="{BCE6548E-4A01-45B8-8645-27E44228CA3F}" type="presParOf" srcId="{D9E84089-4657-4E87-8EC9-3DCBB6DD24B6}" destId="{1B2BA077-00BA-4E18-8733-F8E06E75CE95}" srcOrd="2" destOrd="0" presId="urn:microsoft.com/office/officeart/2018/2/layout/IconCircleList"/>
    <dgm:cxn modelId="{FCAEC581-C28D-4FC0-B353-5987579E8319}" type="presParOf" srcId="{D9E84089-4657-4E87-8EC9-3DCBB6DD24B6}" destId="{F6232CF1-ADD9-479A-A0DE-457D40EF3644}" srcOrd="3" destOrd="0" presId="urn:microsoft.com/office/officeart/2018/2/layout/IconCircleList"/>
    <dgm:cxn modelId="{B87AAE9D-5C04-4813-ACCC-35008BD9075A}" type="presParOf" srcId="{1073AD3A-59FC-405D-8C5E-66916709DBB0}" destId="{25BC3854-D45F-4302-8631-0AFB72117E46}" srcOrd="5" destOrd="0" presId="urn:microsoft.com/office/officeart/2018/2/layout/IconCircleList"/>
    <dgm:cxn modelId="{F2BF6F54-70AE-4DF2-9831-C0D38964A252}" type="presParOf" srcId="{1073AD3A-59FC-405D-8C5E-66916709DBB0}" destId="{CB27FBCA-C875-4146-B84D-91C5FD2D6192}" srcOrd="6" destOrd="0" presId="urn:microsoft.com/office/officeart/2018/2/layout/IconCircleList"/>
    <dgm:cxn modelId="{42D5A5B6-69EE-484A-AA2A-4A8D86479C06}" type="presParOf" srcId="{CB27FBCA-C875-4146-B84D-91C5FD2D6192}" destId="{42AD41CA-7AB8-4202-BF51-0DE77293412C}" srcOrd="0" destOrd="0" presId="urn:microsoft.com/office/officeart/2018/2/layout/IconCircleList"/>
    <dgm:cxn modelId="{18392011-EDD2-4734-9C90-E1611B20899F}" type="presParOf" srcId="{CB27FBCA-C875-4146-B84D-91C5FD2D6192}" destId="{8E4BC8C7-53B2-4D15-AA61-81A1B2BAA604}" srcOrd="1" destOrd="0" presId="urn:microsoft.com/office/officeart/2018/2/layout/IconCircleList"/>
    <dgm:cxn modelId="{583C7F33-0132-4918-A8B7-2185616E5F7D}" type="presParOf" srcId="{CB27FBCA-C875-4146-B84D-91C5FD2D6192}" destId="{672E857F-E476-4473-A47B-ACF519465EDA}" srcOrd="2" destOrd="0" presId="urn:microsoft.com/office/officeart/2018/2/layout/IconCircleList"/>
    <dgm:cxn modelId="{F620C879-7885-4D16-9129-7BC5B1795095}" type="presParOf" srcId="{CB27FBCA-C875-4146-B84D-91C5FD2D6192}" destId="{E14456D5-98DD-4252-A8AB-E59356CC173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5CA35F19-ED2E-43CF-833D-E2EA05E0EFBB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2521757-C5DD-4BAE-A340-D33D9F9D8EB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Machine learning can accurately classify airline tweet sentiment</a:t>
          </a:r>
        </a:p>
      </dgm:t>
    </dgm:pt>
    <dgm:pt modelId="{F58CDDD9-00D9-4373-B1EC-62F954AD1D38}" type="parTrans" cxnId="{6C4B619D-B69A-4357-B9BA-D11E41008C82}">
      <dgm:prSet/>
      <dgm:spPr/>
      <dgm:t>
        <a:bodyPr/>
        <a:lstStyle/>
        <a:p>
          <a:endParaRPr lang="en-US"/>
        </a:p>
      </dgm:t>
    </dgm:pt>
    <dgm:pt modelId="{BB95FBE2-57DA-4F94-9DB2-7772358174D3}" type="sibTrans" cxnId="{6C4B619D-B69A-4357-B9BA-D11E41008C82}">
      <dgm:prSet/>
      <dgm:spPr/>
      <dgm:t>
        <a:bodyPr/>
        <a:lstStyle/>
        <a:p>
          <a:endParaRPr lang="en-US"/>
        </a:p>
      </dgm:t>
    </dgm:pt>
    <dgm:pt modelId="{19A23B6C-2491-4310-BF57-5EB8B134880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Provides actionable insights for customer experience teams</a:t>
          </a:r>
        </a:p>
      </dgm:t>
    </dgm:pt>
    <dgm:pt modelId="{C5EA1F6E-FBEF-482A-BF93-3E65166F76F7}" type="parTrans" cxnId="{B9DFEBEB-6D46-4F72-A635-28D3BA51D8CF}">
      <dgm:prSet/>
      <dgm:spPr/>
      <dgm:t>
        <a:bodyPr/>
        <a:lstStyle/>
        <a:p>
          <a:endParaRPr lang="en-US"/>
        </a:p>
      </dgm:t>
    </dgm:pt>
    <dgm:pt modelId="{ADB58498-52C9-40BF-B7C8-0A217E9DF4AB}" type="sibTrans" cxnId="{B9DFEBEB-6D46-4F72-A635-28D3BA51D8CF}">
      <dgm:prSet/>
      <dgm:spPr/>
      <dgm:t>
        <a:bodyPr/>
        <a:lstStyle/>
        <a:p>
          <a:endParaRPr lang="en-US"/>
        </a:p>
      </dgm:t>
    </dgm:pt>
    <dgm:pt modelId="{3AA368CE-44BD-45FC-930B-FBBE4B582B2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Linear SVC model is ready for real-world deployment</a:t>
          </a:r>
        </a:p>
      </dgm:t>
    </dgm:pt>
    <dgm:pt modelId="{B30ED36B-C61C-4912-AAA7-57B8A2AC1F4E}" type="parTrans" cxnId="{7E8898AF-C8AC-4184-A994-6A493B6B668F}">
      <dgm:prSet/>
      <dgm:spPr/>
      <dgm:t>
        <a:bodyPr/>
        <a:lstStyle/>
        <a:p>
          <a:endParaRPr lang="en-US"/>
        </a:p>
      </dgm:t>
    </dgm:pt>
    <dgm:pt modelId="{D93828E6-A8BA-4536-A73B-27AB84C1B7E5}" type="sibTrans" cxnId="{7E8898AF-C8AC-4184-A994-6A493B6B668F}">
      <dgm:prSet/>
      <dgm:spPr/>
      <dgm:t>
        <a:bodyPr/>
        <a:lstStyle/>
        <a:p>
          <a:endParaRPr lang="en-US"/>
        </a:p>
      </dgm:t>
    </dgm:pt>
    <dgm:pt modelId="{D56F31A7-B5C8-436B-B13F-596540783A9E}" type="pres">
      <dgm:prSet presAssocID="{5CA35F19-ED2E-43CF-833D-E2EA05E0EFBB}" presName="root" presStyleCnt="0">
        <dgm:presLayoutVars>
          <dgm:dir/>
          <dgm:resizeHandles val="exact"/>
        </dgm:presLayoutVars>
      </dgm:prSet>
      <dgm:spPr/>
    </dgm:pt>
    <dgm:pt modelId="{93EB6684-5885-4FE0-AEDB-BA47B3DE5BAF}" type="pres">
      <dgm:prSet presAssocID="{22521757-C5DD-4BAE-A340-D33D9F9D8EB3}" presName="compNode" presStyleCnt="0"/>
      <dgm:spPr/>
    </dgm:pt>
    <dgm:pt modelId="{02FC410B-2E58-455B-AE33-996607FA742D}" type="pres">
      <dgm:prSet presAssocID="{22521757-C5DD-4BAE-A340-D33D9F9D8EB3}" presName="iconBgRect" presStyleLbl="bgShp" presStyleIdx="0" presStyleCnt="3"/>
      <dgm:spPr/>
    </dgm:pt>
    <dgm:pt modelId="{22ACD494-A414-4EA6-87B0-A66F435E3456}" type="pres">
      <dgm:prSet presAssocID="{22521757-C5DD-4BAE-A340-D33D9F9D8EB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irplane"/>
        </a:ext>
      </dgm:extLst>
    </dgm:pt>
    <dgm:pt modelId="{1EF30DCB-E195-4BB5-8016-E22CB8B57468}" type="pres">
      <dgm:prSet presAssocID="{22521757-C5DD-4BAE-A340-D33D9F9D8EB3}" presName="spaceRect" presStyleCnt="0"/>
      <dgm:spPr/>
    </dgm:pt>
    <dgm:pt modelId="{CB0BD209-E55D-477C-A5A0-202F2ED2DC6F}" type="pres">
      <dgm:prSet presAssocID="{22521757-C5DD-4BAE-A340-D33D9F9D8EB3}" presName="textRect" presStyleLbl="revTx" presStyleIdx="0" presStyleCnt="3">
        <dgm:presLayoutVars>
          <dgm:chMax val="1"/>
          <dgm:chPref val="1"/>
        </dgm:presLayoutVars>
      </dgm:prSet>
      <dgm:spPr/>
    </dgm:pt>
    <dgm:pt modelId="{D07F9D1F-85A3-4E33-9932-DBEFCE187986}" type="pres">
      <dgm:prSet presAssocID="{BB95FBE2-57DA-4F94-9DB2-7772358174D3}" presName="sibTrans" presStyleCnt="0"/>
      <dgm:spPr/>
    </dgm:pt>
    <dgm:pt modelId="{106C1CFE-4E49-4404-BE12-FBF373A49064}" type="pres">
      <dgm:prSet presAssocID="{19A23B6C-2491-4310-BF57-5EB8B1348807}" presName="compNode" presStyleCnt="0"/>
      <dgm:spPr/>
    </dgm:pt>
    <dgm:pt modelId="{9755E381-9FA3-44E9-9FCF-867C93256E38}" type="pres">
      <dgm:prSet presAssocID="{19A23B6C-2491-4310-BF57-5EB8B1348807}" presName="iconBgRect" presStyleLbl="bgShp" presStyleIdx="1" presStyleCnt="3"/>
      <dgm:spPr/>
    </dgm:pt>
    <dgm:pt modelId="{AB4E03D7-63EF-459D-A756-DB0C98D43C00}" type="pres">
      <dgm:prSet presAssocID="{19A23B6C-2491-4310-BF57-5EB8B134880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E10F26CB-932B-45F8-AB93-86B8B7A45579}" type="pres">
      <dgm:prSet presAssocID="{19A23B6C-2491-4310-BF57-5EB8B1348807}" presName="spaceRect" presStyleCnt="0"/>
      <dgm:spPr/>
    </dgm:pt>
    <dgm:pt modelId="{1C30BEA2-7D29-492B-A9F5-561AE6A7A20C}" type="pres">
      <dgm:prSet presAssocID="{19A23B6C-2491-4310-BF57-5EB8B1348807}" presName="textRect" presStyleLbl="revTx" presStyleIdx="1" presStyleCnt="3">
        <dgm:presLayoutVars>
          <dgm:chMax val="1"/>
          <dgm:chPref val="1"/>
        </dgm:presLayoutVars>
      </dgm:prSet>
      <dgm:spPr/>
    </dgm:pt>
    <dgm:pt modelId="{C0C4E310-E801-4147-B07F-B35DCFE5FFE9}" type="pres">
      <dgm:prSet presAssocID="{ADB58498-52C9-40BF-B7C8-0A217E9DF4AB}" presName="sibTrans" presStyleCnt="0"/>
      <dgm:spPr/>
    </dgm:pt>
    <dgm:pt modelId="{B484A73D-87ED-41AB-BDA9-82DABE992C19}" type="pres">
      <dgm:prSet presAssocID="{3AA368CE-44BD-45FC-930B-FBBE4B582B24}" presName="compNode" presStyleCnt="0"/>
      <dgm:spPr/>
    </dgm:pt>
    <dgm:pt modelId="{738B0888-91EF-4607-BA04-29A4D67F5E34}" type="pres">
      <dgm:prSet presAssocID="{3AA368CE-44BD-45FC-930B-FBBE4B582B24}" presName="iconBgRect" presStyleLbl="bgShp" presStyleIdx="2" presStyleCnt="3"/>
      <dgm:spPr/>
    </dgm:pt>
    <dgm:pt modelId="{EE407C5E-E66F-4698-B0C8-6DAB55B96BED}" type="pres">
      <dgm:prSet presAssocID="{3AA368CE-44BD-45FC-930B-FBBE4B582B2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D59327EB-4B1B-4707-AE1D-B221115592A9}" type="pres">
      <dgm:prSet presAssocID="{3AA368CE-44BD-45FC-930B-FBBE4B582B24}" presName="spaceRect" presStyleCnt="0"/>
      <dgm:spPr/>
    </dgm:pt>
    <dgm:pt modelId="{88C1BD40-BE18-4BDB-A5CE-18BEFB8284E3}" type="pres">
      <dgm:prSet presAssocID="{3AA368CE-44BD-45FC-930B-FBBE4B582B2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2987025-D6B2-4DB8-8B03-C4239E68B5DB}" type="presOf" srcId="{5CA35F19-ED2E-43CF-833D-E2EA05E0EFBB}" destId="{D56F31A7-B5C8-436B-B13F-596540783A9E}" srcOrd="0" destOrd="0" presId="urn:microsoft.com/office/officeart/2018/5/layout/IconCircleLabelList"/>
    <dgm:cxn modelId="{13BAF548-CF46-437F-924B-74662271069E}" type="presOf" srcId="{19A23B6C-2491-4310-BF57-5EB8B1348807}" destId="{1C30BEA2-7D29-492B-A9F5-561AE6A7A20C}" srcOrd="0" destOrd="0" presId="urn:microsoft.com/office/officeart/2018/5/layout/IconCircleLabelList"/>
    <dgm:cxn modelId="{F340858B-77E7-4092-9A0E-64E9FA5728DB}" type="presOf" srcId="{3AA368CE-44BD-45FC-930B-FBBE4B582B24}" destId="{88C1BD40-BE18-4BDB-A5CE-18BEFB8284E3}" srcOrd="0" destOrd="0" presId="urn:microsoft.com/office/officeart/2018/5/layout/IconCircleLabelList"/>
    <dgm:cxn modelId="{4F824D9C-9C61-4DD4-B61C-17FBBDBEBAAF}" type="presOf" srcId="{22521757-C5DD-4BAE-A340-D33D9F9D8EB3}" destId="{CB0BD209-E55D-477C-A5A0-202F2ED2DC6F}" srcOrd="0" destOrd="0" presId="urn:microsoft.com/office/officeart/2018/5/layout/IconCircleLabelList"/>
    <dgm:cxn modelId="{6C4B619D-B69A-4357-B9BA-D11E41008C82}" srcId="{5CA35F19-ED2E-43CF-833D-E2EA05E0EFBB}" destId="{22521757-C5DD-4BAE-A340-D33D9F9D8EB3}" srcOrd="0" destOrd="0" parTransId="{F58CDDD9-00D9-4373-B1EC-62F954AD1D38}" sibTransId="{BB95FBE2-57DA-4F94-9DB2-7772358174D3}"/>
    <dgm:cxn modelId="{7E8898AF-C8AC-4184-A994-6A493B6B668F}" srcId="{5CA35F19-ED2E-43CF-833D-E2EA05E0EFBB}" destId="{3AA368CE-44BD-45FC-930B-FBBE4B582B24}" srcOrd="2" destOrd="0" parTransId="{B30ED36B-C61C-4912-AAA7-57B8A2AC1F4E}" sibTransId="{D93828E6-A8BA-4536-A73B-27AB84C1B7E5}"/>
    <dgm:cxn modelId="{B9DFEBEB-6D46-4F72-A635-28D3BA51D8CF}" srcId="{5CA35F19-ED2E-43CF-833D-E2EA05E0EFBB}" destId="{19A23B6C-2491-4310-BF57-5EB8B1348807}" srcOrd="1" destOrd="0" parTransId="{C5EA1F6E-FBEF-482A-BF93-3E65166F76F7}" sibTransId="{ADB58498-52C9-40BF-B7C8-0A217E9DF4AB}"/>
    <dgm:cxn modelId="{A4B1AA23-23FF-42C2-BA36-0F01E64A9809}" type="presParOf" srcId="{D56F31A7-B5C8-436B-B13F-596540783A9E}" destId="{93EB6684-5885-4FE0-AEDB-BA47B3DE5BAF}" srcOrd="0" destOrd="0" presId="urn:microsoft.com/office/officeart/2018/5/layout/IconCircleLabelList"/>
    <dgm:cxn modelId="{44732A82-703F-4B50-9104-44727DD78B2E}" type="presParOf" srcId="{93EB6684-5885-4FE0-AEDB-BA47B3DE5BAF}" destId="{02FC410B-2E58-455B-AE33-996607FA742D}" srcOrd="0" destOrd="0" presId="urn:microsoft.com/office/officeart/2018/5/layout/IconCircleLabelList"/>
    <dgm:cxn modelId="{917AE210-0B02-46E5-9A6E-93AD7C6D1FBD}" type="presParOf" srcId="{93EB6684-5885-4FE0-AEDB-BA47B3DE5BAF}" destId="{22ACD494-A414-4EA6-87B0-A66F435E3456}" srcOrd="1" destOrd="0" presId="urn:microsoft.com/office/officeart/2018/5/layout/IconCircleLabelList"/>
    <dgm:cxn modelId="{6839E7E9-D93D-44AF-9842-138296A95F20}" type="presParOf" srcId="{93EB6684-5885-4FE0-AEDB-BA47B3DE5BAF}" destId="{1EF30DCB-E195-4BB5-8016-E22CB8B57468}" srcOrd="2" destOrd="0" presId="urn:microsoft.com/office/officeart/2018/5/layout/IconCircleLabelList"/>
    <dgm:cxn modelId="{176EA54A-2D40-450B-847B-B4DEA199C49D}" type="presParOf" srcId="{93EB6684-5885-4FE0-AEDB-BA47B3DE5BAF}" destId="{CB0BD209-E55D-477C-A5A0-202F2ED2DC6F}" srcOrd="3" destOrd="0" presId="urn:microsoft.com/office/officeart/2018/5/layout/IconCircleLabelList"/>
    <dgm:cxn modelId="{75585DB0-04D8-4DE7-9707-79052F305AD8}" type="presParOf" srcId="{D56F31A7-B5C8-436B-B13F-596540783A9E}" destId="{D07F9D1F-85A3-4E33-9932-DBEFCE187986}" srcOrd="1" destOrd="0" presId="urn:microsoft.com/office/officeart/2018/5/layout/IconCircleLabelList"/>
    <dgm:cxn modelId="{58BB3139-1742-4E07-9238-59AA46AE9446}" type="presParOf" srcId="{D56F31A7-B5C8-436B-B13F-596540783A9E}" destId="{106C1CFE-4E49-4404-BE12-FBF373A49064}" srcOrd="2" destOrd="0" presId="urn:microsoft.com/office/officeart/2018/5/layout/IconCircleLabelList"/>
    <dgm:cxn modelId="{6B46662A-C1DC-4F73-8AAF-65A22C40B967}" type="presParOf" srcId="{106C1CFE-4E49-4404-BE12-FBF373A49064}" destId="{9755E381-9FA3-44E9-9FCF-867C93256E38}" srcOrd="0" destOrd="0" presId="urn:microsoft.com/office/officeart/2018/5/layout/IconCircleLabelList"/>
    <dgm:cxn modelId="{701D2C44-FB6A-44A1-9751-78A93E8BE1CE}" type="presParOf" srcId="{106C1CFE-4E49-4404-BE12-FBF373A49064}" destId="{AB4E03D7-63EF-459D-A756-DB0C98D43C00}" srcOrd="1" destOrd="0" presId="urn:microsoft.com/office/officeart/2018/5/layout/IconCircleLabelList"/>
    <dgm:cxn modelId="{B37A58E6-C188-4079-90ED-0A2815A63E24}" type="presParOf" srcId="{106C1CFE-4E49-4404-BE12-FBF373A49064}" destId="{E10F26CB-932B-45F8-AB93-86B8B7A45579}" srcOrd="2" destOrd="0" presId="urn:microsoft.com/office/officeart/2018/5/layout/IconCircleLabelList"/>
    <dgm:cxn modelId="{89168558-BDAF-4508-9B6F-2A18C54EE7D8}" type="presParOf" srcId="{106C1CFE-4E49-4404-BE12-FBF373A49064}" destId="{1C30BEA2-7D29-492B-A9F5-561AE6A7A20C}" srcOrd="3" destOrd="0" presId="urn:microsoft.com/office/officeart/2018/5/layout/IconCircleLabelList"/>
    <dgm:cxn modelId="{085B6E09-C6BB-4838-A723-754D71C517B2}" type="presParOf" srcId="{D56F31A7-B5C8-436B-B13F-596540783A9E}" destId="{C0C4E310-E801-4147-B07F-B35DCFE5FFE9}" srcOrd="3" destOrd="0" presId="urn:microsoft.com/office/officeart/2018/5/layout/IconCircleLabelList"/>
    <dgm:cxn modelId="{31403FDD-1D1B-474C-A287-A486B3553826}" type="presParOf" srcId="{D56F31A7-B5C8-436B-B13F-596540783A9E}" destId="{B484A73D-87ED-41AB-BDA9-82DABE992C19}" srcOrd="4" destOrd="0" presId="urn:microsoft.com/office/officeart/2018/5/layout/IconCircleLabelList"/>
    <dgm:cxn modelId="{690AB671-FDAC-4C18-98DA-77661FAC0912}" type="presParOf" srcId="{B484A73D-87ED-41AB-BDA9-82DABE992C19}" destId="{738B0888-91EF-4607-BA04-29A4D67F5E34}" srcOrd="0" destOrd="0" presId="urn:microsoft.com/office/officeart/2018/5/layout/IconCircleLabelList"/>
    <dgm:cxn modelId="{238FDCF8-A983-44F5-88D8-BF8E9BFB123A}" type="presParOf" srcId="{B484A73D-87ED-41AB-BDA9-82DABE992C19}" destId="{EE407C5E-E66F-4698-B0C8-6DAB55B96BED}" srcOrd="1" destOrd="0" presId="urn:microsoft.com/office/officeart/2018/5/layout/IconCircleLabelList"/>
    <dgm:cxn modelId="{3293C4B8-EECF-4057-B7B1-10882DE97095}" type="presParOf" srcId="{B484A73D-87ED-41AB-BDA9-82DABE992C19}" destId="{D59327EB-4B1B-4707-AE1D-B221115592A9}" srcOrd="2" destOrd="0" presId="urn:microsoft.com/office/officeart/2018/5/layout/IconCircleLabelList"/>
    <dgm:cxn modelId="{2CDF9DB3-A233-438F-A9D5-289C951C96BF}" type="presParOf" srcId="{B484A73D-87ED-41AB-BDA9-82DABE992C19}" destId="{88C1BD40-BE18-4BDB-A5CE-18BEFB8284E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974409-E147-4A53-BD8A-CD2A5E6D88C4}">
      <dsp:nvSpPr>
        <dsp:cNvPr id="0" name=""/>
        <dsp:cNvSpPr/>
      </dsp:nvSpPr>
      <dsp:spPr>
        <a:xfrm>
          <a:off x="0" y="645155"/>
          <a:ext cx="7772400" cy="631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Author: Neelam Pandey</a:t>
          </a:r>
        </a:p>
      </dsp:txBody>
      <dsp:txXfrm>
        <a:off x="30842" y="675997"/>
        <a:ext cx="7710716" cy="570116"/>
      </dsp:txXfrm>
    </dsp:sp>
    <dsp:sp modelId="{46FB9935-53EF-4825-9EDB-1B1808B75A17}">
      <dsp:nvSpPr>
        <dsp:cNvPr id="0" name=""/>
        <dsp:cNvSpPr/>
      </dsp:nvSpPr>
      <dsp:spPr>
        <a:xfrm>
          <a:off x="0" y="1354715"/>
          <a:ext cx="7772400" cy="631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Mentor : Himanshu Aggarwal</a:t>
          </a:r>
        </a:p>
      </dsp:txBody>
      <dsp:txXfrm>
        <a:off x="30842" y="1385557"/>
        <a:ext cx="7710716" cy="570116"/>
      </dsp:txXfrm>
    </dsp:sp>
    <dsp:sp modelId="{F86DA5F4-5647-4147-94D3-DBCF19033790}">
      <dsp:nvSpPr>
        <dsp:cNvPr id="0" name=""/>
        <dsp:cNvSpPr/>
      </dsp:nvSpPr>
      <dsp:spPr>
        <a:xfrm>
          <a:off x="0" y="2064276"/>
          <a:ext cx="7772400" cy="631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Data Science Career Track – Capstone 3 Project</a:t>
          </a:r>
        </a:p>
      </dsp:txBody>
      <dsp:txXfrm>
        <a:off x="30842" y="2095118"/>
        <a:ext cx="7710716" cy="570116"/>
      </dsp:txXfrm>
    </dsp:sp>
    <dsp:sp modelId="{DC07B081-E5E0-42BF-8737-7A7E7F71F1CD}">
      <dsp:nvSpPr>
        <dsp:cNvPr id="0" name=""/>
        <dsp:cNvSpPr/>
      </dsp:nvSpPr>
      <dsp:spPr>
        <a:xfrm>
          <a:off x="0" y="2773836"/>
          <a:ext cx="7772400" cy="631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January 2026</a:t>
          </a:r>
        </a:p>
      </dsp:txBody>
      <dsp:txXfrm>
        <a:off x="30842" y="2804678"/>
        <a:ext cx="7710716" cy="5701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2F0F38-2890-42BE-9085-B1FF08F38571}">
      <dsp:nvSpPr>
        <dsp:cNvPr id="0" name=""/>
        <dsp:cNvSpPr/>
      </dsp:nvSpPr>
      <dsp:spPr>
        <a:xfrm>
          <a:off x="0" y="466606"/>
          <a:ext cx="7543800" cy="852637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Airlines receive thousands of customer tweets daily.</a:t>
          </a:r>
        </a:p>
      </dsp:txBody>
      <dsp:txXfrm>
        <a:off x="41622" y="508228"/>
        <a:ext cx="7460556" cy="769393"/>
      </dsp:txXfrm>
    </dsp:sp>
    <dsp:sp modelId="{3EA46A80-2EA4-4386-8799-16D2EABDA93C}">
      <dsp:nvSpPr>
        <dsp:cNvPr id="0" name=""/>
        <dsp:cNvSpPr/>
      </dsp:nvSpPr>
      <dsp:spPr>
        <a:xfrm>
          <a:off x="0" y="1382603"/>
          <a:ext cx="7543800" cy="852637"/>
        </a:xfrm>
        <a:prstGeom prst="roundRect">
          <a:avLst/>
        </a:prstGeom>
        <a:solidFill>
          <a:schemeClr val="accent5">
            <a:hueOff val="-10661560"/>
            <a:satOff val="6060"/>
            <a:lumOff val="-500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Real-time sentiment analysis is essential for customer experience, crisis management, and brand monitoring.</a:t>
          </a:r>
        </a:p>
      </dsp:txBody>
      <dsp:txXfrm>
        <a:off x="41622" y="1424225"/>
        <a:ext cx="7460556" cy="769393"/>
      </dsp:txXfrm>
    </dsp:sp>
    <dsp:sp modelId="{B5FFBDA5-76C9-452E-A68F-92949D9DE650}">
      <dsp:nvSpPr>
        <dsp:cNvPr id="0" name=""/>
        <dsp:cNvSpPr/>
      </dsp:nvSpPr>
      <dsp:spPr>
        <a:xfrm>
          <a:off x="0" y="2298601"/>
          <a:ext cx="7543800" cy="852637"/>
        </a:xfrm>
        <a:prstGeom prst="roundRect">
          <a:avLst/>
        </a:prstGeom>
        <a:solidFill>
          <a:schemeClr val="accent5">
            <a:hueOff val="-21323121"/>
            <a:satOff val="12119"/>
            <a:lumOff val="-1000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Goal: Classify tweets as positive, neutral, or negative.</a:t>
          </a:r>
        </a:p>
      </dsp:txBody>
      <dsp:txXfrm>
        <a:off x="41622" y="2340223"/>
        <a:ext cx="7460556" cy="76939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46F73C-E1E9-48D3-97C5-8C57D18C33CB}">
      <dsp:nvSpPr>
        <dsp:cNvPr id="0" name=""/>
        <dsp:cNvSpPr/>
      </dsp:nvSpPr>
      <dsp:spPr>
        <a:xfrm>
          <a:off x="0" y="1023306"/>
          <a:ext cx="2121693" cy="13472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5EADBF-8A8B-4B45-B2EC-E0168B01DA9C}">
      <dsp:nvSpPr>
        <dsp:cNvPr id="0" name=""/>
        <dsp:cNvSpPr/>
      </dsp:nvSpPr>
      <dsp:spPr>
        <a:xfrm>
          <a:off x="235743" y="1247263"/>
          <a:ext cx="2121693" cy="13472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Manual monitoring of social media is impractical.</a:t>
          </a:r>
        </a:p>
      </dsp:txBody>
      <dsp:txXfrm>
        <a:off x="275203" y="1286723"/>
        <a:ext cx="2042773" cy="1268355"/>
      </dsp:txXfrm>
    </dsp:sp>
    <dsp:sp modelId="{F1801B1D-D18E-452A-BD7E-442FF3FACE05}">
      <dsp:nvSpPr>
        <dsp:cNvPr id="0" name=""/>
        <dsp:cNvSpPr/>
      </dsp:nvSpPr>
      <dsp:spPr>
        <a:xfrm>
          <a:off x="2593181" y="1023306"/>
          <a:ext cx="2121693" cy="13472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7A24D3-9AC4-40F7-B96D-9D043ED632F9}">
      <dsp:nvSpPr>
        <dsp:cNvPr id="0" name=""/>
        <dsp:cNvSpPr/>
      </dsp:nvSpPr>
      <dsp:spPr>
        <a:xfrm>
          <a:off x="2828925" y="1247263"/>
          <a:ext cx="2121693" cy="13472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Teams miss early warning signs of operational issues.</a:t>
          </a:r>
        </a:p>
      </dsp:txBody>
      <dsp:txXfrm>
        <a:off x="2868385" y="1286723"/>
        <a:ext cx="2042773" cy="1268355"/>
      </dsp:txXfrm>
    </dsp:sp>
    <dsp:sp modelId="{A6E01FD9-2EC7-45E5-BF7F-017413D4DD85}">
      <dsp:nvSpPr>
        <dsp:cNvPr id="0" name=""/>
        <dsp:cNvSpPr/>
      </dsp:nvSpPr>
      <dsp:spPr>
        <a:xfrm>
          <a:off x="5186362" y="1023306"/>
          <a:ext cx="2121693" cy="13472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58D712-0882-455C-9327-5A2BFA68A53B}">
      <dsp:nvSpPr>
        <dsp:cNvPr id="0" name=""/>
        <dsp:cNvSpPr/>
      </dsp:nvSpPr>
      <dsp:spPr>
        <a:xfrm>
          <a:off x="5422106" y="1247263"/>
          <a:ext cx="2121693" cy="13472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Objective: Build a supervised ML model for accurate sentiment prediction using NLP.</a:t>
          </a:r>
        </a:p>
      </dsp:txBody>
      <dsp:txXfrm>
        <a:off x="5461566" y="1286723"/>
        <a:ext cx="2042773" cy="126835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AB89FF-28DF-4507-82C5-77FBFD29DFC8}">
      <dsp:nvSpPr>
        <dsp:cNvPr id="0" name=""/>
        <dsp:cNvSpPr/>
      </dsp:nvSpPr>
      <dsp:spPr>
        <a:xfrm>
          <a:off x="0" y="0"/>
          <a:ext cx="6412230" cy="108535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Source: Twitter US Airline Sentiment Dataset (cleaned)</a:t>
          </a:r>
        </a:p>
      </dsp:txBody>
      <dsp:txXfrm>
        <a:off x="31789" y="31789"/>
        <a:ext cx="5241048" cy="1021775"/>
      </dsp:txXfrm>
    </dsp:sp>
    <dsp:sp modelId="{CE51B73F-492B-48CA-B4F0-6A232314B9A6}">
      <dsp:nvSpPr>
        <dsp:cNvPr id="0" name=""/>
        <dsp:cNvSpPr/>
      </dsp:nvSpPr>
      <dsp:spPr>
        <a:xfrm>
          <a:off x="565784" y="1266245"/>
          <a:ext cx="6412230" cy="1085353"/>
        </a:xfrm>
        <a:prstGeom prst="roundRect">
          <a:avLst>
            <a:gd name="adj" fmla="val 10000"/>
          </a:avLst>
        </a:prstGeom>
        <a:solidFill>
          <a:schemeClr val="accent2">
            <a:hueOff val="953895"/>
            <a:satOff val="-21764"/>
            <a:lumOff val="803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~14,000 tweets, labeled sentiment classes</a:t>
          </a:r>
        </a:p>
      </dsp:txBody>
      <dsp:txXfrm>
        <a:off x="597573" y="1298034"/>
        <a:ext cx="5077387" cy="1021775"/>
      </dsp:txXfrm>
    </dsp:sp>
    <dsp:sp modelId="{12E9DD7A-53F8-447C-B829-F74628C34FE1}">
      <dsp:nvSpPr>
        <dsp:cNvPr id="0" name=""/>
        <dsp:cNvSpPr/>
      </dsp:nvSpPr>
      <dsp:spPr>
        <a:xfrm>
          <a:off x="1131569" y="2532491"/>
          <a:ext cx="6412230" cy="1085353"/>
        </a:xfrm>
        <a:prstGeom prst="roundRect">
          <a:avLst>
            <a:gd name="adj" fmla="val 10000"/>
          </a:avLst>
        </a:prstGeom>
        <a:solidFill>
          <a:schemeClr val="accent2">
            <a:hueOff val="1907789"/>
            <a:satOff val="-43528"/>
            <a:lumOff val="1607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Key columns: text, processed_text, airline_sentiment, negativereason, tweet_created</a:t>
          </a:r>
        </a:p>
      </dsp:txBody>
      <dsp:txXfrm>
        <a:off x="1163358" y="2564280"/>
        <a:ext cx="5077387" cy="1021775"/>
      </dsp:txXfrm>
    </dsp:sp>
    <dsp:sp modelId="{121AB2A5-183A-43CA-9E7B-BA534C689394}">
      <dsp:nvSpPr>
        <dsp:cNvPr id="0" name=""/>
        <dsp:cNvSpPr/>
      </dsp:nvSpPr>
      <dsp:spPr>
        <a:xfrm>
          <a:off x="5706750" y="823059"/>
          <a:ext cx="705479" cy="70547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5865483" y="823059"/>
        <a:ext cx="388013" cy="530873"/>
      </dsp:txXfrm>
    </dsp:sp>
    <dsp:sp modelId="{DD342DD7-471E-4587-A1D0-14239A1CB9E1}">
      <dsp:nvSpPr>
        <dsp:cNvPr id="0" name=""/>
        <dsp:cNvSpPr/>
      </dsp:nvSpPr>
      <dsp:spPr>
        <a:xfrm>
          <a:off x="6272535" y="2082069"/>
          <a:ext cx="705479" cy="70547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1974564"/>
            <a:satOff val="-5173"/>
            <a:lumOff val="185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974564"/>
              <a:satOff val="-5173"/>
              <a:lumOff val="185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6431268" y="2082069"/>
        <a:ext cx="388013" cy="53087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ACEA71-7C04-4D6D-9F3F-51F1ECB8C1CD}">
      <dsp:nvSpPr>
        <dsp:cNvPr id="0" name=""/>
        <dsp:cNvSpPr/>
      </dsp:nvSpPr>
      <dsp:spPr>
        <a:xfrm>
          <a:off x="0" y="1023306"/>
          <a:ext cx="2121693" cy="13472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E644B4-EDAE-4056-AA42-DE1C7D427D2D}">
      <dsp:nvSpPr>
        <dsp:cNvPr id="0" name=""/>
        <dsp:cNvSpPr/>
      </dsp:nvSpPr>
      <dsp:spPr>
        <a:xfrm>
          <a:off x="235743" y="1247263"/>
          <a:ext cx="2121693" cy="13472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Sentiment distribution: majority negative tweets (class imbalance)</a:t>
          </a:r>
        </a:p>
      </dsp:txBody>
      <dsp:txXfrm>
        <a:off x="275203" y="1286723"/>
        <a:ext cx="2042773" cy="1268355"/>
      </dsp:txXfrm>
    </dsp:sp>
    <dsp:sp modelId="{3908A115-D517-433C-9979-761CAAFB9276}">
      <dsp:nvSpPr>
        <dsp:cNvPr id="0" name=""/>
        <dsp:cNvSpPr/>
      </dsp:nvSpPr>
      <dsp:spPr>
        <a:xfrm>
          <a:off x="2593181" y="1023306"/>
          <a:ext cx="2121693" cy="13472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C5ADE6-2461-4E3A-9866-D5E8F53600CD}">
      <dsp:nvSpPr>
        <dsp:cNvPr id="0" name=""/>
        <dsp:cNvSpPr/>
      </dsp:nvSpPr>
      <dsp:spPr>
        <a:xfrm>
          <a:off x="2828925" y="1247263"/>
          <a:ext cx="2121693" cy="13472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Most common words in negative tweets: 'delay', 'customer service', 'late'</a:t>
          </a:r>
        </a:p>
      </dsp:txBody>
      <dsp:txXfrm>
        <a:off x="2868385" y="1286723"/>
        <a:ext cx="2042773" cy="1268355"/>
      </dsp:txXfrm>
    </dsp:sp>
    <dsp:sp modelId="{E5A35728-E749-4233-94AD-2058F6C80A59}">
      <dsp:nvSpPr>
        <dsp:cNvPr id="0" name=""/>
        <dsp:cNvSpPr/>
      </dsp:nvSpPr>
      <dsp:spPr>
        <a:xfrm>
          <a:off x="5186362" y="1023306"/>
          <a:ext cx="2121693" cy="13472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0537CE-A8D8-4392-9DBF-4C344E755F59}">
      <dsp:nvSpPr>
        <dsp:cNvPr id="0" name=""/>
        <dsp:cNvSpPr/>
      </dsp:nvSpPr>
      <dsp:spPr>
        <a:xfrm>
          <a:off x="5422106" y="1247263"/>
          <a:ext cx="2121693" cy="13472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Tweet volume over time: spikes during disruptions</a:t>
          </a:r>
        </a:p>
      </dsp:txBody>
      <dsp:txXfrm>
        <a:off x="5461566" y="1286723"/>
        <a:ext cx="2042773" cy="126835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80565E-2B16-4AA6-B542-BB6A2DE0493A}">
      <dsp:nvSpPr>
        <dsp:cNvPr id="0" name=""/>
        <dsp:cNvSpPr/>
      </dsp:nvSpPr>
      <dsp:spPr>
        <a:xfrm>
          <a:off x="0" y="0"/>
          <a:ext cx="6035040" cy="79592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TF-IDF vectorization (1–2 grams, 5000 features)</a:t>
          </a:r>
        </a:p>
      </dsp:txBody>
      <dsp:txXfrm>
        <a:off x="23312" y="23312"/>
        <a:ext cx="5108917" cy="749301"/>
      </dsp:txXfrm>
    </dsp:sp>
    <dsp:sp modelId="{281502AA-9F46-4293-A0CC-9D140C6A071E}">
      <dsp:nvSpPr>
        <dsp:cNvPr id="0" name=""/>
        <dsp:cNvSpPr/>
      </dsp:nvSpPr>
      <dsp:spPr>
        <a:xfrm>
          <a:off x="505434" y="940639"/>
          <a:ext cx="6035040" cy="795925"/>
        </a:xfrm>
        <a:prstGeom prst="roundRect">
          <a:avLst>
            <a:gd name="adj" fmla="val 10000"/>
          </a:avLst>
        </a:prstGeom>
        <a:solidFill>
          <a:schemeClr val="accent2">
            <a:hueOff val="635930"/>
            <a:satOff val="-14509"/>
            <a:lumOff val="536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Standardized feature magnitude</a:t>
          </a:r>
        </a:p>
      </dsp:txBody>
      <dsp:txXfrm>
        <a:off x="528746" y="963951"/>
        <a:ext cx="4965629" cy="749301"/>
      </dsp:txXfrm>
    </dsp:sp>
    <dsp:sp modelId="{C06E83D4-E046-4F14-BE98-A64CED86122A}">
      <dsp:nvSpPr>
        <dsp:cNvPr id="0" name=""/>
        <dsp:cNvSpPr/>
      </dsp:nvSpPr>
      <dsp:spPr>
        <a:xfrm>
          <a:off x="1003325" y="1881279"/>
          <a:ext cx="6035040" cy="795925"/>
        </a:xfrm>
        <a:prstGeom prst="roundRect">
          <a:avLst>
            <a:gd name="adj" fmla="val 10000"/>
          </a:avLst>
        </a:prstGeom>
        <a:solidFill>
          <a:schemeClr val="accent2">
            <a:hueOff val="1271860"/>
            <a:satOff val="-29019"/>
            <a:lumOff val="1071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80/20 train/test split with stratification</a:t>
          </a:r>
        </a:p>
      </dsp:txBody>
      <dsp:txXfrm>
        <a:off x="1026637" y="1904591"/>
        <a:ext cx="4973173" cy="749301"/>
      </dsp:txXfrm>
    </dsp:sp>
    <dsp:sp modelId="{D7F2C1B1-BD56-462E-A3C9-A3B73922D19C}">
      <dsp:nvSpPr>
        <dsp:cNvPr id="0" name=""/>
        <dsp:cNvSpPr/>
      </dsp:nvSpPr>
      <dsp:spPr>
        <a:xfrm>
          <a:off x="1508759" y="2821919"/>
          <a:ext cx="6035040" cy="795925"/>
        </a:xfrm>
        <a:prstGeom prst="roundRect">
          <a:avLst>
            <a:gd name="adj" fmla="val 10000"/>
          </a:avLst>
        </a:prstGeom>
        <a:solidFill>
          <a:schemeClr val="accent2">
            <a:hueOff val="1907789"/>
            <a:satOff val="-43528"/>
            <a:lumOff val="1607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Label encoding for sentiment</a:t>
          </a:r>
        </a:p>
      </dsp:txBody>
      <dsp:txXfrm>
        <a:off x="1532071" y="2845231"/>
        <a:ext cx="4965629" cy="749301"/>
      </dsp:txXfrm>
    </dsp:sp>
    <dsp:sp modelId="{0E62C903-BC90-49B7-AA50-5222F3EDB42D}">
      <dsp:nvSpPr>
        <dsp:cNvPr id="0" name=""/>
        <dsp:cNvSpPr/>
      </dsp:nvSpPr>
      <dsp:spPr>
        <a:xfrm>
          <a:off x="5517688" y="609606"/>
          <a:ext cx="517351" cy="51735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5634092" y="609606"/>
        <a:ext cx="284543" cy="389307"/>
      </dsp:txXfrm>
    </dsp:sp>
    <dsp:sp modelId="{E6542260-CEA1-4709-8FF3-1FDF2F9338C1}">
      <dsp:nvSpPr>
        <dsp:cNvPr id="0" name=""/>
        <dsp:cNvSpPr/>
      </dsp:nvSpPr>
      <dsp:spPr>
        <a:xfrm>
          <a:off x="6023122" y="1550246"/>
          <a:ext cx="517351" cy="51735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987282"/>
            <a:satOff val="-2587"/>
            <a:lumOff val="92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987282"/>
              <a:satOff val="-2587"/>
              <a:lumOff val="92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6139526" y="1550246"/>
        <a:ext cx="284543" cy="389307"/>
      </dsp:txXfrm>
    </dsp:sp>
    <dsp:sp modelId="{CE329300-9AB2-4419-A4D9-355FF67E0D47}">
      <dsp:nvSpPr>
        <dsp:cNvPr id="0" name=""/>
        <dsp:cNvSpPr/>
      </dsp:nvSpPr>
      <dsp:spPr>
        <a:xfrm>
          <a:off x="6521013" y="2490886"/>
          <a:ext cx="517351" cy="51735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1974564"/>
            <a:satOff val="-5173"/>
            <a:lumOff val="185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974564"/>
              <a:satOff val="-5173"/>
              <a:lumOff val="185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6637417" y="2490886"/>
        <a:ext cx="284543" cy="38930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C72C38-6382-4A77-9F5D-C74D7B797597}">
      <dsp:nvSpPr>
        <dsp:cNvPr id="0" name=""/>
        <dsp:cNvSpPr/>
      </dsp:nvSpPr>
      <dsp:spPr>
        <a:xfrm>
          <a:off x="0" y="304472"/>
          <a:ext cx="3856434" cy="23587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Four models trained: Logistic Regression, Linear SVC, Random Forest, Gradient Boosting</a:t>
          </a:r>
        </a:p>
      </dsp:txBody>
      <dsp:txXfrm>
        <a:off x="115143" y="419615"/>
        <a:ext cx="3626148" cy="2128434"/>
      </dsp:txXfrm>
    </dsp:sp>
    <dsp:sp modelId="{F370C7C2-7EB1-4D1F-9113-2095B9DE3B11}">
      <dsp:nvSpPr>
        <dsp:cNvPr id="0" name=""/>
        <dsp:cNvSpPr/>
      </dsp:nvSpPr>
      <dsp:spPr>
        <a:xfrm>
          <a:off x="0" y="2743832"/>
          <a:ext cx="3856434" cy="2358720"/>
        </a:xfrm>
        <a:prstGeom prst="roundRect">
          <a:avLst/>
        </a:prstGeom>
        <a:solidFill>
          <a:schemeClr val="accent2">
            <a:hueOff val="1907789"/>
            <a:satOff val="-43528"/>
            <a:lumOff val="1607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All used the same TF-IDF pipeline for fairness</a:t>
          </a:r>
        </a:p>
      </dsp:txBody>
      <dsp:txXfrm>
        <a:off x="115143" y="2858975"/>
        <a:ext cx="3626148" cy="212843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4594DD-3527-455B-8444-331EE1BCFE5F}">
      <dsp:nvSpPr>
        <dsp:cNvPr id="0" name=""/>
        <dsp:cNvSpPr/>
      </dsp:nvSpPr>
      <dsp:spPr>
        <a:xfrm>
          <a:off x="346818" y="355778"/>
          <a:ext cx="1080843" cy="1080843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E2297E-F5B5-4916-A9E6-C64EFB9D6208}">
      <dsp:nvSpPr>
        <dsp:cNvPr id="0" name=""/>
        <dsp:cNvSpPr/>
      </dsp:nvSpPr>
      <dsp:spPr>
        <a:xfrm>
          <a:off x="577162" y="586121"/>
          <a:ext cx="620156" cy="6201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F74355-1C8E-48EB-B157-B062E0D23A8E}">
      <dsp:nvSpPr>
        <dsp:cNvPr id="0" name=""/>
        <dsp:cNvSpPr/>
      </dsp:nvSpPr>
      <dsp:spPr>
        <a:xfrm>
          <a:off x="1302" y="1773278"/>
          <a:ext cx="1771875" cy="708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Best Model: Linear SVC</a:t>
          </a:r>
        </a:p>
      </dsp:txBody>
      <dsp:txXfrm>
        <a:off x="1302" y="1773278"/>
        <a:ext cx="1771875" cy="708750"/>
      </dsp:txXfrm>
    </dsp:sp>
    <dsp:sp modelId="{5BBAD668-C041-4234-BC69-EB0C5019F0ED}">
      <dsp:nvSpPr>
        <dsp:cNvPr id="0" name=""/>
        <dsp:cNvSpPr/>
      </dsp:nvSpPr>
      <dsp:spPr>
        <a:xfrm>
          <a:off x="2428771" y="355778"/>
          <a:ext cx="1080843" cy="1080843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730FCE-1CE0-48BB-AD67-E5E5C3493ADE}">
      <dsp:nvSpPr>
        <dsp:cNvPr id="0" name=""/>
        <dsp:cNvSpPr/>
      </dsp:nvSpPr>
      <dsp:spPr>
        <a:xfrm>
          <a:off x="2659115" y="586121"/>
          <a:ext cx="620156" cy="6201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AC3707-C4EC-44FC-A484-989147DAA935}">
      <dsp:nvSpPr>
        <dsp:cNvPr id="0" name=""/>
        <dsp:cNvSpPr/>
      </dsp:nvSpPr>
      <dsp:spPr>
        <a:xfrm>
          <a:off x="2083256" y="1773278"/>
          <a:ext cx="1771875" cy="708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Highest accuracy and best metrics for minority classes</a:t>
          </a:r>
        </a:p>
      </dsp:txBody>
      <dsp:txXfrm>
        <a:off x="2083256" y="1773278"/>
        <a:ext cx="1771875" cy="708750"/>
      </dsp:txXfrm>
    </dsp:sp>
    <dsp:sp modelId="{A9CDFB86-09E2-4669-904B-D6764AEBEEA4}">
      <dsp:nvSpPr>
        <dsp:cNvPr id="0" name=""/>
        <dsp:cNvSpPr/>
      </dsp:nvSpPr>
      <dsp:spPr>
        <a:xfrm>
          <a:off x="346818" y="2924996"/>
          <a:ext cx="1080843" cy="1080843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49735B-CD85-4C8D-A0AB-24CBFA1E60E3}">
      <dsp:nvSpPr>
        <dsp:cNvPr id="0" name=""/>
        <dsp:cNvSpPr/>
      </dsp:nvSpPr>
      <dsp:spPr>
        <a:xfrm>
          <a:off x="577162" y="3155340"/>
          <a:ext cx="620156" cy="6201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E5686F-3946-4D3B-A51A-8482EA0E693B}">
      <dsp:nvSpPr>
        <dsp:cNvPr id="0" name=""/>
        <dsp:cNvSpPr/>
      </dsp:nvSpPr>
      <dsp:spPr>
        <a:xfrm>
          <a:off x="1302" y="4342496"/>
          <a:ext cx="1771875" cy="708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Fast training and inference, robust for sparse text data</a:t>
          </a:r>
        </a:p>
      </dsp:txBody>
      <dsp:txXfrm>
        <a:off x="1302" y="4342496"/>
        <a:ext cx="1771875" cy="708750"/>
      </dsp:txXfrm>
    </dsp:sp>
    <dsp:sp modelId="{6CCB4F69-77FC-4CCB-A5FD-3D5E1D6B0E42}">
      <dsp:nvSpPr>
        <dsp:cNvPr id="0" name=""/>
        <dsp:cNvSpPr/>
      </dsp:nvSpPr>
      <dsp:spPr>
        <a:xfrm>
          <a:off x="2428771" y="2924996"/>
          <a:ext cx="1080843" cy="1080843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A91BF1-C442-49D1-9013-19B4D317B45F}">
      <dsp:nvSpPr>
        <dsp:cNvPr id="0" name=""/>
        <dsp:cNvSpPr/>
      </dsp:nvSpPr>
      <dsp:spPr>
        <a:xfrm>
          <a:off x="2659115" y="3155340"/>
          <a:ext cx="620156" cy="62015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64425E-E407-4AF0-86D5-F46EB2E490D8}">
      <dsp:nvSpPr>
        <dsp:cNvPr id="0" name=""/>
        <dsp:cNvSpPr/>
      </dsp:nvSpPr>
      <dsp:spPr>
        <a:xfrm>
          <a:off x="2083256" y="4342496"/>
          <a:ext cx="1771875" cy="708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Model saved as: best_twitter_airline_model_LinearSVC.joblib</a:t>
          </a:r>
        </a:p>
      </dsp:txBody>
      <dsp:txXfrm>
        <a:off x="2083256" y="4342496"/>
        <a:ext cx="1771875" cy="70875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F3DAA3-B262-4BC6-B415-41766FA63328}">
      <dsp:nvSpPr>
        <dsp:cNvPr id="0" name=""/>
        <dsp:cNvSpPr/>
      </dsp:nvSpPr>
      <dsp:spPr>
        <a:xfrm>
          <a:off x="0" y="1023306"/>
          <a:ext cx="2121693" cy="13472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6B153E-D92D-473E-B901-9AF83F291E8E}">
      <dsp:nvSpPr>
        <dsp:cNvPr id="0" name=""/>
        <dsp:cNvSpPr/>
      </dsp:nvSpPr>
      <dsp:spPr>
        <a:xfrm>
          <a:off x="235743" y="1247263"/>
          <a:ext cx="2121693" cy="13472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High precision in identifying negative sentiment</a:t>
          </a:r>
        </a:p>
      </dsp:txBody>
      <dsp:txXfrm>
        <a:off x="275203" y="1286723"/>
        <a:ext cx="2042773" cy="1268355"/>
      </dsp:txXfrm>
    </dsp:sp>
    <dsp:sp modelId="{B6358712-CF52-4E36-BA0A-FE6FF93EE790}">
      <dsp:nvSpPr>
        <dsp:cNvPr id="0" name=""/>
        <dsp:cNvSpPr/>
      </dsp:nvSpPr>
      <dsp:spPr>
        <a:xfrm>
          <a:off x="2593181" y="1023306"/>
          <a:ext cx="2121693" cy="13472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6B01B4-3F7B-4440-B346-4DB8595668E1}">
      <dsp:nvSpPr>
        <dsp:cNvPr id="0" name=""/>
        <dsp:cNvSpPr/>
      </dsp:nvSpPr>
      <dsp:spPr>
        <a:xfrm>
          <a:off x="2828925" y="1247263"/>
          <a:ext cx="2121693" cy="13472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Enables early detection of dissatisfaction, prioritization of support, and real-time monitoring</a:t>
          </a:r>
        </a:p>
      </dsp:txBody>
      <dsp:txXfrm>
        <a:off x="2868385" y="1286723"/>
        <a:ext cx="2042773" cy="1268355"/>
      </dsp:txXfrm>
    </dsp:sp>
    <dsp:sp modelId="{10C421AD-577B-4B0C-A195-0FDB313CD7B1}">
      <dsp:nvSpPr>
        <dsp:cNvPr id="0" name=""/>
        <dsp:cNvSpPr/>
      </dsp:nvSpPr>
      <dsp:spPr>
        <a:xfrm>
          <a:off x="5186362" y="1023306"/>
          <a:ext cx="2121693" cy="13472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FB8D00-4610-4EF0-AD74-A4E78FC245CB}">
      <dsp:nvSpPr>
        <dsp:cNvPr id="0" name=""/>
        <dsp:cNvSpPr/>
      </dsp:nvSpPr>
      <dsp:spPr>
        <a:xfrm>
          <a:off x="5422106" y="1247263"/>
          <a:ext cx="2121693" cy="13472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Some confusion between neutral and negative due to linguistic ambiguity</a:t>
          </a:r>
        </a:p>
      </dsp:txBody>
      <dsp:txXfrm>
        <a:off x="5461566" y="1286723"/>
        <a:ext cx="2042773" cy="126835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1ACB38-02FF-40EF-B858-8709EAC4EF3F}">
      <dsp:nvSpPr>
        <dsp:cNvPr id="0" name=""/>
        <dsp:cNvSpPr/>
      </dsp:nvSpPr>
      <dsp:spPr>
        <a:xfrm>
          <a:off x="0" y="494"/>
          <a:ext cx="7772400" cy="115708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7996A4-2CE6-4F82-9EB1-D5A68BABB4D9}">
      <dsp:nvSpPr>
        <dsp:cNvPr id="0" name=""/>
        <dsp:cNvSpPr/>
      </dsp:nvSpPr>
      <dsp:spPr>
        <a:xfrm>
          <a:off x="350018" y="260838"/>
          <a:ext cx="636397" cy="6363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601DB7-FCDB-4367-8BF1-61E2533635BA}">
      <dsp:nvSpPr>
        <dsp:cNvPr id="0" name=""/>
        <dsp:cNvSpPr/>
      </dsp:nvSpPr>
      <dsp:spPr>
        <a:xfrm>
          <a:off x="1336435" y="494"/>
          <a:ext cx="6435964" cy="11570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58" tIns="122458" rIns="122458" bIns="12245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Deploy real-time monitoring dashboard</a:t>
          </a:r>
        </a:p>
      </dsp:txBody>
      <dsp:txXfrm>
        <a:off x="1336435" y="494"/>
        <a:ext cx="6435964" cy="1157086"/>
      </dsp:txXfrm>
    </dsp:sp>
    <dsp:sp modelId="{9714C42B-C59F-4E0F-A32C-E7F143C231C0}">
      <dsp:nvSpPr>
        <dsp:cNvPr id="0" name=""/>
        <dsp:cNvSpPr/>
      </dsp:nvSpPr>
      <dsp:spPr>
        <a:xfrm>
          <a:off x="0" y="1446852"/>
          <a:ext cx="7772400" cy="115708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D1AE85-2E3D-4D95-88B3-5200AC7BD8C2}">
      <dsp:nvSpPr>
        <dsp:cNvPr id="0" name=""/>
        <dsp:cNvSpPr/>
      </dsp:nvSpPr>
      <dsp:spPr>
        <a:xfrm>
          <a:off x="350018" y="1707197"/>
          <a:ext cx="636397" cy="6363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73588B-ACEB-4EBC-830D-DF3FCCEBAE00}">
      <dsp:nvSpPr>
        <dsp:cNvPr id="0" name=""/>
        <dsp:cNvSpPr/>
      </dsp:nvSpPr>
      <dsp:spPr>
        <a:xfrm>
          <a:off x="1336435" y="1446852"/>
          <a:ext cx="6435964" cy="11570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58" tIns="122458" rIns="122458" bIns="12245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Use negativereason field for root cause analysis</a:t>
          </a:r>
        </a:p>
      </dsp:txBody>
      <dsp:txXfrm>
        <a:off x="1336435" y="1446852"/>
        <a:ext cx="6435964" cy="1157086"/>
      </dsp:txXfrm>
    </dsp:sp>
    <dsp:sp modelId="{5C92F932-CCFC-4F7C-8F71-E96672D2A773}">
      <dsp:nvSpPr>
        <dsp:cNvPr id="0" name=""/>
        <dsp:cNvSpPr/>
      </dsp:nvSpPr>
      <dsp:spPr>
        <a:xfrm>
          <a:off x="0" y="2893210"/>
          <a:ext cx="7772400" cy="115708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030268-922E-427F-94FC-C21DFBD286D8}">
      <dsp:nvSpPr>
        <dsp:cNvPr id="0" name=""/>
        <dsp:cNvSpPr/>
      </dsp:nvSpPr>
      <dsp:spPr>
        <a:xfrm>
          <a:off x="350018" y="3153555"/>
          <a:ext cx="636397" cy="6363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57E7D0-0EDF-4849-8554-F7DE3C28F4B2}">
      <dsp:nvSpPr>
        <dsp:cNvPr id="0" name=""/>
        <dsp:cNvSpPr/>
      </dsp:nvSpPr>
      <dsp:spPr>
        <a:xfrm>
          <a:off x="1336435" y="2893210"/>
          <a:ext cx="6435964" cy="11570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58" tIns="122458" rIns="122458" bIns="12245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Integrate model into customer service triage systems</a:t>
          </a:r>
        </a:p>
      </dsp:txBody>
      <dsp:txXfrm>
        <a:off x="1336435" y="2893210"/>
        <a:ext cx="6435964" cy="115708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718987-F7A5-4130-B704-2C8EA24E356C}">
      <dsp:nvSpPr>
        <dsp:cNvPr id="0" name=""/>
        <dsp:cNvSpPr/>
      </dsp:nvSpPr>
      <dsp:spPr>
        <a:xfrm>
          <a:off x="64357" y="519739"/>
          <a:ext cx="981666" cy="98166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5062EF-A6DC-408C-AF38-F47CDCC9871C}">
      <dsp:nvSpPr>
        <dsp:cNvPr id="0" name=""/>
        <dsp:cNvSpPr/>
      </dsp:nvSpPr>
      <dsp:spPr>
        <a:xfrm>
          <a:off x="270507" y="725889"/>
          <a:ext cx="569366" cy="56936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0DCD52-EFB9-4886-A984-17B45C34065E}">
      <dsp:nvSpPr>
        <dsp:cNvPr id="0" name=""/>
        <dsp:cNvSpPr/>
      </dsp:nvSpPr>
      <dsp:spPr>
        <a:xfrm>
          <a:off x="1256380" y="519739"/>
          <a:ext cx="2313927" cy="981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Add hyperparameter tuning (GridSearchCV)</a:t>
          </a:r>
        </a:p>
      </dsp:txBody>
      <dsp:txXfrm>
        <a:off x="1256380" y="519739"/>
        <a:ext cx="2313927" cy="981666"/>
      </dsp:txXfrm>
    </dsp:sp>
    <dsp:sp modelId="{163F6631-B376-48FE-B4DA-A99FFA52986C}">
      <dsp:nvSpPr>
        <dsp:cNvPr id="0" name=""/>
        <dsp:cNvSpPr/>
      </dsp:nvSpPr>
      <dsp:spPr>
        <a:xfrm>
          <a:off x="3973492" y="519739"/>
          <a:ext cx="981666" cy="98166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274D70-EC88-438E-B58F-20D4C9A5B9CA}">
      <dsp:nvSpPr>
        <dsp:cNvPr id="0" name=""/>
        <dsp:cNvSpPr/>
      </dsp:nvSpPr>
      <dsp:spPr>
        <a:xfrm>
          <a:off x="4179641" y="725889"/>
          <a:ext cx="569366" cy="56936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E30062-4065-4592-BA59-CD0D7A8A1415}">
      <dsp:nvSpPr>
        <dsp:cNvPr id="0" name=""/>
        <dsp:cNvSpPr/>
      </dsp:nvSpPr>
      <dsp:spPr>
        <a:xfrm>
          <a:off x="5165515" y="519739"/>
          <a:ext cx="2313927" cy="981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Explore deep learning models (BERT, RoBERTa)</a:t>
          </a:r>
        </a:p>
      </dsp:txBody>
      <dsp:txXfrm>
        <a:off x="5165515" y="519739"/>
        <a:ext cx="2313927" cy="981666"/>
      </dsp:txXfrm>
    </dsp:sp>
    <dsp:sp modelId="{406C579B-695A-40C4-8425-E28E89BEA152}">
      <dsp:nvSpPr>
        <dsp:cNvPr id="0" name=""/>
        <dsp:cNvSpPr/>
      </dsp:nvSpPr>
      <dsp:spPr>
        <a:xfrm>
          <a:off x="64357" y="2116439"/>
          <a:ext cx="981666" cy="98166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629FE1-9ACC-47BC-92F8-02FA6A451A91}">
      <dsp:nvSpPr>
        <dsp:cNvPr id="0" name=""/>
        <dsp:cNvSpPr/>
      </dsp:nvSpPr>
      <dsp:spPr>
        <a:xfrm>
          <a:off x="270507" y="2322589"/>
          <a:ext cx="569366" cy="56936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232CF1-ADD9-479A-A0DE-457D40EF3644}">
      <dsp:nvSpPr>
        <dsp:cNvPr id="0" name=""/>
        <dsp:cNvSpPr/>
      </dsp:nvSpPr>
      <dsp:spPr>
        <a:xfrm>
          <a:off x="1256380" y="2116439"/>
          <a:ext cx="2313927" cy="981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Expand dataset to more airlines and international tweets</a:t>
          </a:r>
        </a:p>
      </dsp:txBody>
      <dsp:txXfrm>
        <a:off x="1256380" y="2116439"/>
        <a:ext cx="2313927" cy="981666"/>
      </dsp:txXfrm>
    </dsp:sp>
    <dsp:sp modelId="{42AD41CA-7AB8-4202-BF51-0DE77293412C}">
      <dsp:nvSpPr>
        <dsp:cNvPr id="0" name=""/>
        <dsp:cNvSpPr/>
      </dsp:nvSpPr>
      <dsp:spPr>
        <a:xfrm>
          <a:off x="3973492" y="2116439"/>
          <a:ext cx="981666" cy="98166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4BC8C7-53B2-4D15-AA61-81A1B2BAA604}">
      <dsp:nvSpPr>
        <dsp:cNvPr id="0" name=""/>
        <dsp:cNvSpPr/>
      </dsp:nvSpPr>
      <dsp:spPr>
        <a:xfrm>
          <a:off x="4179641" y="2322589"/>
          <a:ext cx="569366" cy="56936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4456D5-98DD-4252-A8AB-E59356CC1732}">
      <dsp:nvSpPr>
        <dsp:cNvPr id="0" name=""/>
        <dsp:cNvSpPr/>
      </dsp:nvSpPr>
      <dsp:spPr>
        <a:xfrm>
          <a:off x="5165515" y="2116439"/>
          <a:ext cx="2313927" cy="981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Add topic modeling for deeper insights</a:t>
          </a:r>
        </a:p>
      </dsp:txBody>
      <dsp:txXfrm>
        <a:off x="5165515" y="2116439"/>
        <a:ext cx="2313927" cy="981666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FC410B-2E58-455B-AE33-996607FA742D}">
      <dsp:nvSpPr>
        <dsp:cNvPr id="0" name=""/>
        <dsp:cNvSpPr/>
      </dsp:nvSpPr>
      <dsp:spPr>
        <a:xfrm>
          <a:off x="472950" y="742896"/>
          <a:ext cx="1406812" cy="140681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ACD494-A414-4EA6-87B0-A66F435E3456}">
      <dsp:nvSpPr>
        <dsp:cNvPr id="0" name=""/>
        <dsp:cNvSpPr/>
      </dsp:nvSpPr>
      <dsp:spPr>
        <a:xfrm>
          <a:off x="772762" y="1042708"/>
          <a:ext cx="807187" cy="807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0BD209-E55D-477C-A5A0-202F2ED2DC6F}">
      <dsp:nvSpPr>
        <dsp:cNvPr id="0" name=""/>
        <dsp:cNvSpPr/>
      </dsp:nvSpPr>
      <dsp:spPr>
        <a:xfrm>
          <a:off x="23231" y="2587896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Machine learning can accurately classify airline tweet sentiment</a:t>
          </a:r>
        </a:p>
      </dsp:txBody>
      <dsp:txXfrm>
        <a:off x="23231" y="2587896"/>
        <a:ext cx="2306250" cy="720000"/>
      </dsp:txXfrm>
    </dsp:sp>
    <dsp:sp modelId="{9755E381-9FA3-44E9-9FCF-867C93256E38}">
      <dsp:nvSpPr>
        <dsp:cNvPr id="0" name=""/>
        <dsp:cNvSpPr/>
      </dsp:nvSpPr>
      <dsp:spPr>
        <a:xfrm>
          <a:off x="3182793" y="742896"/>
          <a:ext cx="1406812" cy="140681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4E03D7-63EF-459D-A756-DB0C98D43C00}">
      <dsp:nvSpPr>
        <dsp:cNvPr id="0" name=""/>
        <dsp:cNvSpPr/>
      </dsp:nvSpPr>
      <dsp:spPr>
        <a:xfrm>
          <a:off x="3482606" y="1042708"/>
          <a:ext cx="807187" cy="807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30BEA2-7D29-492B-A9F5-561AE6A7A20C}">
      <dsp:nvSpPr>
        <dsp:cNvPr id="0" name=""/>
        <dsp:cNvSpPr/>
      </dsp:nvSpPr>
      <dsp:spPr>
        <a:xfrm>
          <a:off x="2733075" y="2587896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Provides actionable insights for customer experience teams</a:t>
          </a:r>
        </a:p>
      </dsp:txBody>
      <dsp:txXfrm>
        <a:off x="2733075" y="2587896"/>
        <a:ext cx="2306250" cy="720000"/>
      </dsp:txXfrm>
    </dsp:sp>
    <dsp:sp modelId="{738B0888-91EF-4607-BA04-29A4D67F5E34}">
      <dsp:nvSpPr>
        <dsp:cNvPr id="0" name=""/>
        <dsp:cNvSpPr/>
      </dsp:nvSpPr>
      <dsp:spPr>
        <a:xfrm>
          <a:off x="5892637" y="742896"/>
          <a:ext cx="1406812" cy="140681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407C5E-E66F-4698-B0C8-6DAB55B96BED}">
      <dsp:nvSpPr>
        <dsp:cNvPr id="0" name=""/>
        <dsp:cNvSpPr/>
      </dsp:nvSpPr>
      <dsp:spPr>
        <a:xfrm>
          <a:off x="6192449" y="1042708"/>
          <a:ext cx="807187" cy="807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C1BD40-BE18-4BDB-A5CE-18BEFB8284E3}">
      <dsp:nvSpPr>
        <dsp:cNvPr id="0" name=""/>
        <dsp:cNvSpPr/>
      </dsp:nvSpPr>
      <dsp:spPr>
        <a:xfrm>
          <a:off x="5442918" y="2587896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Linear SVC model is ready for real-world deployment</a:t>
          </a:r>
        </a:p>
      </dsp:txBody>
      <dsp:txXfrm>
        <a:off x="5442918" y="2587896"/>
        <a:ext cx="2306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58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98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782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48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635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866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704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177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558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664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300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399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11" r:id="rId1"/>
    <p:sldLayoutId id="2147484212" r:id="rId2"/>
    <p:sldLayoutId id="2147484213" r:id="rId3"/>
    <p:sldLayoutId id="2147484214" r:id="rId4"/>
    <p:sldLayoutId id="2147484215" r:id="rId5"/>
    <p:sldLayoutId id="2147484216" r:id="rId6"/>
    <p:sldLayoutId id="2147484217" r:id="rId7"/>
    <p:sldLayoutId id="2147484218" r:id="rId8"/>
    <p:sldLayoutId id="2147484219" r:id="rId9"/>
    <p:sldLayoutId id="2147484220" r:id="rId10"/>
    <p:sldLayoutId id="214748422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microsoft.com/office/2007/relationships/hdphoto" Target="../media/hdphoto2.wdp"/><Relationship Id="rId7" Type="http://schemas.openxmlformats.org/officeDocument/2006/relationships/diagramColors" Target="../diagrams/colors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microsoft.com/office/2007/relationships/hdphoto" Target="../media/hdphoto2.wdp"/><Relationship Id="rId7" Type="http://schemas.openxmlformats.org/officeDocument/2006/relationships/diagramColors" Target="../diagrams/colors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microsoft.com/office/2007/relationships/hdphoto" Target="../media/hdphoto2.wdp"/><Relationship Id="rId7" Type="http://schemas.openxmlformats.org/officeDocument/2006/relationships/diagramColors" Target="../diagrams/colors4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microsoft.com/office/2007/relationships/hdphoto" Target="../media/hdphoto2.wdp"/><Relationship Id="rId7" Type="http://schemas.openxmlformats.org/officeDocument/2006/relationships/diagramColors" Target="../diagrams/colors5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microsoft.com/office/2007/relationships/hdphoto" Target="../media/hdphoto2.wdp"/><Relationship Id="rId7" Type="http://schemas.openxmlformats.org/officeDocument/2006/relationships/diagramColors" Target="../diagrams/colors6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7.xml"/><Relationship Id="rId3" Type="http://schemas.microsoft.com/office/2007/relationships/hdphoto" Target="../media/hdphoto3.wdp"/><Relationship Id="rId7" Type="http://schemas.openxmlformats.org/officeDocument/2006/relationships/diagramLayout" Target="../diagrams/layout7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7.xml"/><Relationship Id="rId5" Type="http://schemas.microsoft.com/office/2007/relationships/hdphoto" Target="../media/hdphoto2.wdp"/><Relationship Id="rId10" Type="http://schemas.microsoft.com/office/2007/relationships/diagramDrawing" Target="../diagrams/drawing7.xml"/><Relationship Id="rId4" Type="http://schemas.openxmlformats.org/officeDocument/2006/relationships/image" Target="../media/image4.png"/><Relationship Id="rId9" Type="http://schemas.openxmlformats.org/officeDocument/2006/relationships/diagramColors" Target="../diagrams/colors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8.xml"/><Relationship Id="rId3" Type="http://schemas.microsoft.com/office/2007/relationships/hdphoto" Target="../media/hdphoto3.wdp"/><Relationship Id="rId7" Type="http://schemas.openxmlformats.org/officeDocument/2006/relationships/diagramLayout" Target="../diagrams/layout8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8.xml"/><Relationship Id="rId5" Type="http://schemas.microsoft.com/office/2007/relationships/hdphoto" Target="../media/hdphoto2.wdp"/><Relationship Id="rId10" Type="http://schemas.microsoft.com/office/2007/relationships/diagramDrawing" Target="../diagrams/drawing8.xml"/><Relationship Id="rId4" Type="http://schemas.openxmlformats.org/officeDocument/2006/relationships/image" Target="../media/image4.png"/><Relationship Id="rId9" Type="http://schemas.openxmlformats.org/officeDocument/2006/relationships/diagramColors" Target="../diagrams/colors8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9.xml"/><Relationship Id="rId3" Type="http://schemas.microsoft.com/office/2007/relationships/hdphoto" Target="../media/hdphoto2.wdp"/><Relationship Id="rId7" Type="http://schemas.openxmlformats.org/officeDocument/2006/relationships/diagramColors" Target="../diagrams/colors9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9.xml"/><Relationship Id="rId5" Type="http://schemas.openxmlformats.org/officeDocument/2006/relationships/diagramLayout" Target="../diagrams/layout9.xml"/><Relationship Id="rId4" Type="http://schemas.openxmlformats.org/officeDocument/2006/relationships/diagramData" Target="../diagrams/data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1.xml"/><Relationship Id="rId3" Type="http://schemas.microsoft.com/office/2007/relationships/hdphoto" Target="../media/hdphoto2.wdp"/><Relationship Id="rId7" Type="http://schemas.openxmlformats.org/officeDocument/2006/relationships/diagramColors" Target="../diagrams/colors1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1.xml"/><Relationship Id="rId5" Type="http://schemas.openxmlformats.org/officeDocument/2006/relationships/diagramLayout" Target="../diagrams/layout11.xml"/><Relationship Id="rId4" Type="http://schemas.openxmlformats.org/officeDocument/2006/relationships/diagramData" Target="../diagrams/data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lose up of a control panel of an airplane flying at night">
            <a:extLst>
              <a:ext uri="{FF2B5EF4-FFF2-40B4-BE49-F238E27FC236}">
                <a16:creationId xmlns:a16="http://schemas.microsoft.com/office/drawing/2014/main" id="{2FEF9912-32F2-4919-19BC-379BC53CBD4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rcRect r="11044" b="1"/>
          <a:stretch>
            <a:fillRect/>
          </a:stretch>
        </p:blipFill>
        <p:spPr>
          <a:xfrm>
            <a:off x="20" y="-3278"/>
            <a:ext cx="9143980" cy="686127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Predicting Airline Tweet Sentiment Using Machine Learning and NLP</a:t>
            </a:r>
          </a:p>
        </p:txBody>
      </p: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1A1682A4-8B11-E1AB-DA4A-32FB752A2A4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5800" y="2121408"/>
          <a:ext cx="7772400" cy="40507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</p:spPr>
        <p:txBody>
          <a:bodyPr>
            <a:normAutofit/>
          </a:bodyPr>
          <a:lstStyle/>
          <a:p>
            <a:r>
              <a:rPr lang="en-US"/>
              <a:t>Introduction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D711E9-7F79-40A9-8D9E-4AE293C15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0100" y="2013293"/>
            <a:ext cx="7543800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D96309F-7C71-C133-750E-A1381E033C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7743129"/>
              </p:ext>
            </p:extLst>
          </p:nvPr>
        </p:nvGraphicFramePr>
        <p:xfrm>
          <a:off x="802481" y="2385390"/>
          <a:ext cx="7543800" cy="3617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</p:spPr>
        <p:txBody>
          <a:bodyPr>
            <a:normAutofit/>
          </a:bodyPr>
          <a:lstStyle/>
          <a:p>
            <a:r>
              <a:rPr lang="en-US"/>
              <a:t>Problem Statement &amp; Objective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FD711E9-7F79-40A9-8D9E-4AE293C15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0100" y="2013293"/>
            <a:ext cx="7543800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0" name="Content Placeholder 2">
            <a:extLst>
              <a:ext uri="{FF2B5EF4-FFF2-40B4-BE49-F238E27FC236}">
                <a16:creationId xmlns:a16="http://schemas.microsoft.com/office/drawing/2014/main" id="{681E0356-2E9F-7119-9F52-02C3F3722C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2652985"/>
              </p:ext>
            </p:extLst>
          </p:nvPr>
        </p:nvGraphicFramePr>
        <p:xfrm>
          <a:off x="802481" y="2385390"/>
          <a:ext cx="7543800" cy="3617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</p:spPr>
        <p:txBody>
          <a:bodyPr>
            <a:normAutofit/>
          </a:bodyPr>
          <a:lstStyle/>
          <a:p>
            <a:r>
              <a:rPr lang="en-US"/>
              <a:t>Dataset Overview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D711E9-7F79-40A9-8D9E-4AE293C15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0100" y="2013293"/>
            <a:ext cx="7543800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2AE7F5E-AEED-F2CC-72DA-C67C2058E1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2054778"/>
              </p:ext>
            </p:extLst>
          </p:nvPr>
        </p:nvGraphicFramePr>
        <p:xfrm>
          <a:off x="802481" y="2385390"/>
          <a:ext cx="7543800" cy="3617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118BA95-03E7-41B7-B442-0AF8C0A7F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914171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799C3D5-7D55-4046-808C-F290F456D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5776" y="1679569"/>
            <a:ext cx="2624148" cy="3498858"/>
            <a:chOff x="1061035" y="1679569"/>
            <a:chExt cx="3498864" cy="349885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59D8741-EAD6-41B1-A882-70D70FC358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61035" y="1679569"/>
              <a:ext cx="3498864" cy="3498858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400000"/>
                        </a14:imgEffect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5444F36-3103-4D11-A25F-C054D4606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46134" y="1864667"/>
              <a:ext cx="3128666" cy="312866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608" y="2376862"/>
            <a:ext cx="1980485" cy="2104273"/>
          </a:xfrm>
          <a:noFill/>
        </p:spPr>
        <p:txBody>
          <a:bodyPr>
            <a:normAutofit/>
          </a:bodyPr>
          <a:lstStyle/>
          <a:p>
            <a:pPr algn="ctr"/>
            <a:r>
              <a:rPr lang="en-US" sz="2600">
                <a:solidFill>
                  <a:srgbClr val="FFFFFF"/>
                </a:solidFill>
              </a:rPr>
              <a:t>Data Wrangling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D9B3EAD-A2B3-42C4-927C-3455E3E69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169508" y="3398744"/>
            <a:ext cx="3657600" cy="60512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0816" y="725394"/>
            <a:ext cx="3856994" cy="5407212"/>
          </a:xfrm>
        </p:spPr>
        <p:txBody>
          <a:bodyPr anchor="ctr">
            <a:normAutofit/>
          </a:bodyPr>
          <a:lstStyle/>
          <a:p>
            <a:endParaRPr lang="en-US"/>
          </a:p>
          <a:p>
            <a:pPr>
              <a:defRPr sz="1800"/>
            </a:pPr>
            <a:r>
              <a:rPr lang="en-US"/>
              <a:t>Handled missing values and empty strings</a:t>
            </a:r>
          </a:p>
          <a:p>
            <a:pPr>
              <a:defRPr sz="1800"/>
            </a:pPr>
            <a:r>
              <a:rPr lang="en-US"/>
              <a:t>Removed critical rows with missing text</a:t>
            </a:r>
          </a:p>
          <a:p>
            <a:pPr>
              <a:defRPr sz="1800"/>
            </a:pPr>
            <a:r>
              <a:rPr lang="en-US"/>
              <a:t>Encoded target variable</a:t>
            </a:r>
          </a:p>
          <a:p>
            <a:pPr>
              <a:defRPr sz="1800"/>
            </a:pPr>
            <a:r>
              <a:rPr lang="en-US"/>
              <a:t>Cleaned dataset saved for modeling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</p:spPr>
        <p:txBody>
          <a:bodyPr>
            <a:normAutofit/>
          </a:bodyPr>
          <a:lstStyle/>
          <a:p>
            <a:r>
              <a:t>Exploratory Data Analysis (EDA)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D711E9-7F79-40A9-8D9E-4AE293C15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0100" y="2013293"/>
            <a:ext cx="7543800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100B0EC-C4F0-8A9B-EBC3-AFE58021BF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0755029"/>
              </p:ext>
            </p:extLst>
          </p:nvPr>
        </p:nvGraphicFramePr>
        <p:xfrm>
          <a:off x="802481" y="2385390"/>
          <a:ext cx="7543800" cy="3617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</p:spPr>
        <p:txBody>
          <a:bodyPr>
            <a:normAutofit/>
          </a:bodyPr>
          <a:lstStyle/>
          <a:p>
            <a:r>
              <a:t>Preprocessing &amp; Feature Engineering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D711E9-7F79-40A9-8D9E-4AE293C15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0100" y="2013293"/>
            <a:ext cx="7543800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3915740-D773-E570-CF59-D3A1E8A34C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4396733"/>
              </p:ext>
            </p:extLst>
          </p:nvPr>
        </p:nvGraphicFramePr>
        <p:xfrm>
          <a:off x="802481" y="2385390"/>
          <a:ext cx="7543800" cy="3617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118BA95-03E7-41B7-B442-0AF8C0A7F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914171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59D8741-EAD6-41B1-A882-70D70FC358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5776" y="1679569"/>
            <a:ext cx="2624148" cy="3498858"/>
          </a:xfrm>
          <a:prstGeom prst="ellipse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400000"/>
                      </a14:imgEffect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tile tx="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5444F36-3103-4D11-A25F-C054D4606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4600" y="1864667"/>
            <a:ext cx="2346500" cy="3128662"/>
          </a:xfrm>
          <a:prstGeom prst="ellipse">
            <a:avLst/>
          </a:prstGeom>
          <a:noFill/>
          <a:ln w="2540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608" y="2376862"/>
            <a:ext cx="1980485" cy="2104273"/>
          </a:xfrm>
          <a:noFill/>
        </p:spPr>
        <p:txBody>
          <a:bodyPr>
            <a:normAutofit/>
          </a:bodyPr>
          <a:lstStyle/>
          <a:p>
            <a:pPr algn="ctr"/>
            <a:r>
              <a:rPr lang="en-US" sz="2600">
                <a:solidFill>
                  <a:srgbClr val="FFFFFF"/>
                </a:solidFill>
              </a:rPr>
              <a:t>Modeling Approach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9B3EAD-A2B3-42C4-927C-3455E3E69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169508" y="3398744"/>
            <a:ext cx="3657600" cy="60512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391F9C2-F2BA-BA0C-179E-5B8A43B79E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9170771"/>
              </p:ext>
            </p:extLst>
          </p:nvPr>
        </p:nvGraphicFramePr>
        <p:xfrm>
          <a:off x="4561284" y="725488"/>
          <a:ext cx="3856434" cy="54070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118BA95-03E7-41B7-B442-0AF8C0A7F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914171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59D8741-EAD6-41B1-A882-70D70FC358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5776" y="1679569"/>
            <a:ext cx="2624148" cy="3498858"/>
          </a:xfrm>
          <a:prstGeom prst="ellipse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400000"/>
                      </a14:imgEffect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tile tx="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5444F36-3103-4D11-A25F-C054D4606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4600" y="1864667"/>
            <a:ext cx="2346500" cy="3128662"/>
          </a:xfrm>
          <a:prstGeom prst="ellipse">
            <a:avLst/>
          </a:prstGeom>
          <a:noFill/>
          <a:ln w="2540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608" y="2376862"/>
            <a:ext cx="1980485" cy="2104273"/>
          </a:xfrm>
          <a:noFill/>
        </p:spPr>
        <p:txBody>
          <a:bodyPr>
            <a:normAutofit/>
          </a:bodyPr>
          <a:lstStyle/>
          <a:p>
            <a:pPr algn="ctr"/>
            <a:r>
              <a:rPr lang="en-US" sz="2600">
                <a:solidFill>
                  <a:srgbClr val="FFFFFF"/>
                </a:solidFill>
              </a:rPr>
              <a:t>Model Performance &amp; Selection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9B3EAD-A2B3-42C4-927C-3455E3E69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169508" y="3398744"/>
            <a:ext cx="3657600" cy="60512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5CC606D-13F4-FE5F-6026-FCADB34AB7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2315810"/>
              </p:ext>
            </p:extLst>
          </p:nvPr>
        </p:nvGraphicFramePr>
        <p:xfrm>
          <a:off x="4561284" y="725488"/>
          <a:ext cx="3856434" cy="54070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</p:spPr>
        <p:txBody>
          <a:bodyPr>
            <a:normAutofit/>
          </a:bodyPr>
          <a:lstStyle/>
          <a:p>
            <a:r>
              <a:t>Results &amp; Interpretation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D711E9-7F79-40A9-8D9E-4AE293C15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0100" y="2013293"/>
            <a:ext cx="7543800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719F237-E955-FA97-798F-AFFC3C6B4F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8666583"/>
              </p:ext>
            </p:extLst>
          </p:nvPr>
        </p:nvGraphicFramePr>
        <p:xfrm>
          <a:off x="802481" y="2385390"/>
          <a:ext cx="7543800" cy="3617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Recommendations for Stakeholders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EFDF584-DCBE-A97C-6577-778F07D1144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5800" y="2121408"/>
          <a:ext cx="7772400" cy="40507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</p:spPr>
        <p:txBody>
          <a:bodyPr>
            <a:normAutofit/>
          </a:bodyPr>
          <a:lstStyle/>
          <a:p>
            <a:r>
              <a:t>Future Work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D711E9-7F79-40A9-8D9E-4AE293C15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0100" y="2013293"/>
            <a:ext cx="7543800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5349071B-1519-0136-5776-7BB58D93E9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0769532"/>
              </p:ext>
            </p:extLst>
          </p:nvPr>
        </p:nvGraphicFramePr>
        <p:xfrm>
          <a:off x="802481" y="2385390"/>
          <a:ext cx="7543800" cy="3617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ACF7CD12-3E7A-3A1D-ECCF-0983F003915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5800" y="2121408"/>
          <a:ext cx="7772400" cy="40507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16</TotalTime>
  <Words>398</Words>
  <Application>Microsoft Office PowerPoint</Application>
  <PresentationFormat>On-screen Show (4:3)</PresentationFormat>
  <Paragraphs>57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Calibri</vt:lpstr>
      <vt:lpstr>Rockwell</vt:lpstr>
      <vt:lpstr>Rockwell Condensed</vt:lpstr>
      <vt:lpstr>Rockwell Extra Bold</vt:lpstr>
      <vt:lpstr>Wingdings</vt:lpstr>
      <vt:lpstr>Wood Type</vt:lpstr>
      <vt:lpstr>Predicting Airline Tweet Sentiment Using Machine Learning and NLP</vt:lpstr>
      <vt:lpstr>Introduction</vt:lpstr>
      <vt:lpstr>Problem Statement &amp; Objective</vt:lpstr>
      <vt:lpstr>Dataset Overview</vt:lpstr>
      <vt:lpstr>Data Wrangling</vt:lpstr>
      <vt:lpstr>Exploratory Data Analysis (EDA)</vt:lpstr>
      <vt:lpstr>Preprocessing &amp; Feature Engineering</vt:lpstr>
      <vt:lpstr>Modeling Approach</vt:lpstr>
      <vt:lpstr>Model Performance &amp; Selection</vt:lpstr>
      <vt:lpstr>Results &amp; Interpretation</vt:lpstr>
      <vt:lpstr>Recommendations for Stakeholders</vt:lpstr>
      <vt:lpstr>Future Work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Neelam Pandey</cp:lastModifiedBy>
  <cp:revision>20</cp:revision>
  <dcterms:created xsi:type="dcterms:W3CDTF">2013-01-27T09:14:16Z</dcterms:created>
  <dcterms:modified xsi:type="dcterms:W3CDTF">2026-01-19T15:40:26Z</dcterms:modified>
  <cp:category/>
</cp:coreProperties>
</file>